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4bb4238f434c7b" /><Relationship Type="http://schemas.openxmlformats.org/officeDocument/2006/relationships/extended-properties" Target="/docProps/app.xml" Id="R63e1dbd5087342e3" /><Relationship Type="http://schemas.openxmlformats.org/officeDocument/2006/relationships/officeDocument" Target="/ppt/presentation.xml" Id="R4762c6a71f2d4196" /></Relationships>
</file>

<file path=ppt/presentation.xml><?xml version="1.0" encoding="utf-8"?>
<p:presentation xmlns:p="http://schemas.openxmlformats.org/presentationml/2006/main">
  <p:sldMasterIdLst>
    <p:sldMasterId xmlns:r="http://schemas.openxmlformats.org/officeDocument/2006/relationships" id="2147483648" r:id="Rf3a367767ecd48ba"/>
  </p:sldMasterIdLst>
  <p:notesMasterIdLst>
    <p:notesMasterId xmlns:r="http://schemas.openxmlformats.org/officeDocument/2006/relationships" r:id="R77cd48602c584268"/>
  </p:notesMasterIdLst>
  <p:sldIdLst>
    <p:sldId xmlns:r="http://schemas.openxmlformats.org/officeDocument/2006/relationships" id="256" r:id="Rcc844119fc054dd8"/>
    <p:sldId xmlns:r="http://schemas.openxmlformats.org/officeDocument/2006/relationships" id="257" r:id="R234070f4d1604191"/>
    <p:sldId xmlns:r="http://schemas.openxmlformats.org/officeDocument/2006/relationships" id="258" r:id="R4001da11b730480e"/>
    <p:sldId xmlns:r="http://schemas.openxmlformats.org/officeDocument/2006/relationships" id="259" r:id="R147aa30e603b42c7"/>
    <p:sldId xmlns:r="http://schemas.openxmlformats.org/officeDocument/2006/relationships" id="260" r:id="R5c10294ec6d549e3"/>
    <p:sldId xmlns:r="http://schemas.openxmlformats.org/officeDocument/2006/relationships" id="261" r:id="R9649cf2025994174"/>
    <p:sldId xmlns:r="http://schemas.openxmlformats.org/officeDocument/2006/relationships" id="262" r:id="R186807ebbb1d4f00"/>
    <p:sldId xmlns:r="http://schemas.openxmlformats.org/officeDocument/2006/relationships" id="263" r:id="R7f197672d28c49b2"/>
    <p:sldId xmlns:r="http://schemas.openxmlformats.org/officeDocument/2006/relationships" id="264" r:id="Re21a491a1e124d1e"/>
    <p:sldId xmlns:r="http://schemas.openxmlformats.org/officeDocument/2006/relationships" id="265" r:id="R01618a0b7616483a"/>
    <p:sldId xmlns:r="http://schemas.openxmlformats.org/officeDocument/2006/relationships" id="266" r:id="Rfa90b3ea8bf54a6d"/>
    <p:sldId xmlns:r="http://schemas.openxmlformats.org/officeDocument/2006/relationships" id="267" r:id="R5a72d049f27e455c"/>
    <p:sldId xmlns:r="http://schemas.openxmlformats.org/officeDocument/2006/relationships" id="268" r:id="R9750801782b447d8"/>
    <p:sldId xmlns:r="http://schemas.openxmlformats.org/officeDocument/2006/relationships" id="269" r:id="R31185addea00497b"/>
    <p:sldId xmlns:r="http://schemas.openxmlformats.org/officeDocument/2006/relationships" id="270" r:id="Rc9758a0247bd427e"/>
    <p:sldId xmlns:r="http://schemas.openxmlformats.org/officeDocument/2006/relationships" id="271" r:id="R05fdffd4f5a544a3"/>
    <p:sldId xmlns:r="http://schemas.openxmlformats.org/officeDocument/2006/relationships" id="272" r:id="Rbb12ddef8e734d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6c8bba99a24ef0" /><Relationship Type="http://schemas.openxmlformats.org/officeDocument/2006/relationships/slideMaster" Target="/ppt/slideMasters/slideMaster1.xml" Id="Rf3a367767ecd48ba" /><Relationship Type="http://schemas.openxmlformats.org/officeDocument/2006/relationships/notesMaster" Target="/ppt/notesMasters/notesMaster1.xml" Id="R77cd48602c584268" /><Relationship Type="http://schemas.openxmlformats.org/officeDocument/2006/relationships/presProps" Target="/ppt/presProps.xml" Id="Rd8e7c9f503b444d6" /><Relationship Type="http://schemas.openxmlformats.org/officeDocument/2006/relationships/tableStyles" Target="/ppt/tableStyles.xml" Id="Rdfcda96bb52b42f5" /><Relationship Type="http://schemas.openxmlformats.org/officeDocument/2006/relationships/slide" Target="/ppt/slides/slide1.xml" Id="Rcc844119fc054dd8" /><Relationship Type="http://schemas.openxmlformats.org/officeDocument/2006/relationships/slide" Target="/ppt/slides/slide2.xml" Id="R234070f4d1604191" /><Relationship Type="http://schemas.openxmlformats.org/officeDocument/2006/relationships/slide" Target="/ppt/slides/slide3.xml" Id="R4001da11b730480e" /><Relationship Type="http://schemas.openxmlformats.org/officeDocument/2006/relationships/slide" Target="/ppt/slides/slide4.xml" Id="R147aa30e603b42c7" /><Relationship Type="http://schemas.openxmlformats.org/officeDocument/2006/relationships/slide" Target="/ppt/slides/slide5.xml" Id="R5c10294ec6d549e3" /><Relationship Type="http://schemas.openxmlformats.org/officeDocument/2006/relationships/slide" Target="/ppt/slides/slide6.xml" Id="R9649cf2025994174" /><Relationship Type="http://schemas.openxmlformats.org/officeDocument/2006/relationships/slide" Target="/ppt/slides/slide7.xml" Id="R186807ebbb1d4f00" /><Relationship Type="http://schemas.openxmlformats.org/officeDocument/2006/relationships/slide" Target="/ppt/slides/slide8.xml" Id="R7f197672d28c49b2" /><Relationship Type="http://schemas.openxmlformats.org/officeDocument/2006/relationships/slide" Target="/ppt/slides/slide9.xml" Id="Re21a491a1e124d1e" /><Relationship Type="http://schemas.openxmlformats.org/officeDocument/2006/relationships/slide" Target="/ppt/slides/slide10.xml" Id="R01618a0b7616483a" /><Relationship Type="http://schemas.openxmlformats.org/officeDocument/2006/relationships/slide" Target="/ppt/slides/slide11.xml" Id="Rfa90b3ea8bf54a6d" /><Relationship Type="http://schemas.openxmlformats.org/officeDocument/2006/relationships/slide" Target="/ppt/slides/slide12.xml" Id="R5a72d049f27e455c" /><Relationship Type="http://schemas.openxmlformats.org/officeDocument/2006/relationships/slide" Target="/ppt/slides/slide13.xml" Id="R9750801782b447d8" /><Relationship Type="http://schemas.openxmlformats.org/officeDocument/2006/relationships/slide" Target="/ppt/slides/slide14.xml" Id="R31185addea00497b" /><Relationship Type="http://schemas.openxmlformats.org/officeDocument/2006/relationships/slide" Target="/ppt/slides/slide15.xml" Id="Rc9758a0247bd427e" /><Relationship Type="http://schemas.openxmlformats.org/officeDocument/2006/relationships/slide" Target="/ppt/slides/slide16.xml" Id="R05fdffd4f5a544a3" /><Relationship Type="http://schemas.openxmlformats.org/officeDocument/2006/relationships/slide" Target="/ppt/slides/slide17.xml" Id="Rbb12ddef8e734d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68188d7ce54c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92002dc9544433" /><Relationship Type="http://schemas.openxmlformats.org/officeDocument/2006/relationships/notesMaster" Target="/ppt/notesMasters/notesMaster1.xml" Id="Rd340c6a0249d48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76713f8f6947bf" /><Relationship Type="http://schemas.openxmlformats.org/officeDocument/2006/relationships/notesMaster" Target="/ppt/notesMasters/notesMaster1.xml" Id="R720325c5ea4142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1660f7cafb4358" /><Relationship Type="http://schemas.openxmlformats.org/officeDocument/2006/relationships/notesMaster" Target="/ppt/notesMasters/notesMaster1.xml" Id="R3f3364dc45b644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4afaec8e464ff0" /><Relationship Type="http://schemas.openxmlformats.org/officeDocument/2006/relationships/notesMaster" Target="/ppt/notesMasters/notesMaster1.xml" Id="R665b9f46f9e040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6242abed184894" /><Relationship Type="http://schemas.openxmlformats.org/officeDocument/2006/relationships/notesMaster" Target="/ppt/notesMasters/notesMaster1.xml" Id="R8050e119964b43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7abc2d050548d1" /><Relationship Type="http://schemas.openxmlformats.org/officeDocument/2006/relationships/notesMaster" Target="/ppt/notesMasters/notesMaster1.xml" Id="R6144ed665b964d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6b6ed509bb4c45" /><Relationship Type="http://schemas.openxmlformats.org/officeDocument/2006/relationships/notesMaster" Target="/ppt/notesMasters/notesMaster1.xml" Id="Raa3cf348ec044b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8ccf4d28384429" /><Relationship Type="http://schemas.openxmlformats.org/officeDocument/2006/relationships/notesMaster" Target="/ppt/notesMasters/notesMaster1.xml" Id="Re82007cba3d54b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ad778fb82442f7" /><Relationship Type="http://schemas.openxmlformats.org/officeDocument/2006/relationships/notesMaster" Target="/ppt/notesMasters/notesMaster1.xml" Id="R34af2c5a870b41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85d8fa738e4793" /><Relationship Type="http://schemas.openxmlformats.org/officeDocument/2006/relationships/notesMaster" Target="/ppt/notesMasters/notesMaster1.xml" Id="R4c5923f583af48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4763d91056449c" /><Relationship Type="http://schemas.openxmlformats.org/officeDocument/2006/relationships/notesMaster" Target="/ppt/notesMasters/notesMaster1.xml" Id="R33445658ef2c4b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2ee8e5347749d3" /><Relationship Type="http://schemas.openxmlformats.org/officeDocument/2006/relationships/notesMaster" Target="/ppt/notesMasters/notesMaster1.xml" Id="Rdc92428c9f814f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25519f110443c6" /><Relationship Type="http://schemas.openxmlformats.org/officeDocument/2006/relationships/notesMaster" Target="/ppt/notesMasters/notesMaster1.xml" Id="R70a66bd84eae4e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e539b7376049ba" /><Relationship Type="http://schemas.openxmlformats.org/officeDocument/2006/relationships/notesMaster" Target="/ppt/notesMasters/notesMaster1.xml" Id="R392ed4c2962940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c7cb8350c54750" /><Relationship Type="http://schemas.openxmlformats.org/officeDocument/2006/relationships/notesMaster" Target="/ppt/notesMasters/notesMaster1.xml" Id="Rf552e667cac943f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f050ea18404dd4" /><Relationship Type="http://schemas.openxmlformats.org/officeDocument/2006/relationships/notesMaster" Target="/ppt/notesMasters/notesMaster1.xml" Id="R94a5f99bc44d46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d5aece02d94631" /><Relationship Type="http://schemas.openxmlformats.org/officeDocument/2006/relationships/notesMaster" Target="/ppt/notesMasters/notesMaster1.xml" Id="R6dba0d61fb6942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goal is implementation, controlled modification, and measurement, not guaranteed improvement.</a:t>
            </a:r>
          </a:p>
          <a:p xmlns:a="http://schemas.openxmlformats.org/drawingml/2006/main">
            <a:r>
              <a:t/>
            </a:r>
          </a:p>
          <a:p xmlns:a="http://schemas.openxmlformats.org/drawingml/2006/main">
            <a:r>
              <a:t>Completed: WL, P-WL, P-WL-C and λ weighting on MUTAG and PTC-MR; P-WL-C-Binary on MUTAG only. PTC-MR binary encoding was not 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classification assigns a label to an entire graph. Tabular counts can omit connectivity; labeled neighborhood patterns retain more structure. WL offers efficient explicit features and induced graph kernels, but can miss global connectivity and cycles. This counterexample illustrates a limitation, not a claim that all WL features ignore every cycle. checks.py validates the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numeric statistics were recomputed from local original TU archives and checked against _data.json; raw classes are −1/+1. PTC-MR-Binary: Not evaluated (out of scope). Both datasets contain small molecular graphs with categorical labels and no continuous node or edge attributes.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Shervashidze et al. (2011) propose efficient kernels for labeled graph classification via iterative neighborhood-label refinement and concatenated subtree-pattern counts; local refinement can miss global topology. Rieck et al. (2019) enrich WL features using filtrations and persistent connected-component/cycle information. Its Algorithm 1 and §2.3.2 define P-WL and P-WL-C. Cycle inclusion is established literature, not our novel invention. Our source-following caps/ties, inductive vocabularies, h≤6 and modern RF defaults are documented choices; λ and binary are custom adaptations. Full citations appear on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depth 0, ℓ₀(v) is the categorical node label. Each later label hashes the previous label with the sorted multiset of neighbor labels. The feature vector concatenates label-count coordinates for iterations 0…h. The induced kernel is k(G,G′)=⟨φ(G),φ(G′)⟩. Experiments feed explicit vectors to a Random Forest without constructing a Gram matrix. Implementation: wl.py signature, wl_features, cumulative. SHA256 names keep graph-local caching independent of other 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h=0, w(u,v)=1+1[ℓ(u)≠ℓ(v)]. At h&gt;0, add the Minkowski p-distance between previous-label neighbor-count vectors. Start with vertices at zero and insert existing edges in stable increasing weight order. Component merges give deaths; surviving components are capped at the maximum edge weight (edgeless fallback 1). Vₕ(a)=Σ death(v)^p over vertices with label a; concatenate h=0…H, p∈{1,2}. Implementation: pwl.edge_weights, pwl.persistence, pwl.pwl_features. Attribution follows source index order; no arbitrary reindexing-invariance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graph cycle is a closed route; cycle information complements merge-only H₀ features. If an inserted edge connects already-connected vertices, it births H₁. Cₕ(a)=Σ w(e)^p × (1[ℓₕ(u)=a]+1[ℓₕ(v)=a]) for cycle-closing edges. Same-label endpoints contribute twice. φP-WL-C concatenates all V and C coordinates with depth namespaces and a zero-inclusive cycle alphabet. No triangles are filled. This feature is from Rieck et al. and is core to the study. MUTAG: P-WL 86.17%, P-WL-C 87.77%, +1.60526 pp; WL 88.19%. PTC-MR: P-WL 62.77%, P-WL-C 62.22%, −0.55210 pp. Figure source: results/full/MUTAG_ablation.png.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λ∈{0,0.25,0.5,1,2}. At λ=0 the cycle columns are physically omitted, which equals P-WL including RF feature sampling. Every tested positive λ yielded identical predictions and selected h/p/tree parameters across the 100 tested outer folds for each dataset. This is an observed result under the tested settings, not a universal mathematical guarantee. Scaling preserves value order, and axis-aligned trees often retain split partitions. The selected model can differ slightly because it also chooses include/exclude. Do not call 0.25 optimal: it wins exact ties. Figures: results/full/MUTAG_lambda.png and results/full/PTC_MR_lambda.png.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Hypothesis: cycle presence may matter more than magnitude. Bₕ(a)=1[Cₕ(a)≠0] and φbinary=[V,B]. Binarize the completed aggregate coordinate, not each edge. V remains untouched; keys, ordering, zero-inclusive vocabulary, and dimensions are preserved. This is a representation change unlike positive λ rescaling. The binary cycle modification was evaluated on MUTAG only. Implementation: pwl.combine_binary; binary_cycle reads existing corrected caches without persistence or graph preprocessing.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 preprocessing → WL refinement → persistent V/C → feature variants → training-only vocabulary → Random Forest → nested evaluation. data.py handles original TUDataset/NetworkX preprocessing; wl.py refinement; pwl.py persistence and variants; evaluate.py shared splits, RF, selection and checkpoints; binary_cycle.py the cache-only MUTAG runner; test_binary.py transformation/resume regression checks; finalize_case_study.py prediction audit, comparisons, figures and reports. Cached graph-local features are transformed without globally fitting vocabularies.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MUTAG folds: 10 repeats × 10 stratified outer folds; five inner folds per outer train. h=0…6, p={1,2}, trees={25,50,100}; λ method additionally selects its prespecified grid. Binary uses the same 42 h/p/tree candidates per outer split. RF: gini, sqrt feature sampling, bootstrap, unlimited depth, min split 2, leaf 1, no class balancing, seed 42, one thread per forest; 8 outer workers. Outer seeds 0…9; inner seeds 1000+10r+f. Select by mean inner accuracy; ties: lower h, p, trees, λ. Metrics: accuracy and macro-F1 with zero_division=0. Mean ± population SD over ten fold-averaged repeat means. Inner selection prevents tuning on outer test scores. Diagnostic outer curve maxima are not final model selections.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rows are completed nested estimates from results/full and the audited binary extension. WL has the best mean accuracy (88.19%) and macro-F1 (86.70%). P-WL-C improves over P-WL by 1.60526 pp accuracy and 2.03762 pp macro-F1. Binary versus P-WL-C is −1.71637 pp accuracy and −1.98133 pp Macro-F1. SD describes repeat variation. These descriptive differences do not establish statistical significance. Exact table sources: results/full/summary.csv and results/binary-cycle/comparison_summary.csv; underlying selected fold rows: results/full/MUTAG_folds.csv and results/binary-cycle/MUTAG_folds.csv. Original accuracy and macro-F1 figures: results/binary-cycle/figures/MUTAG_accuracy_comparison.png and MUTAG_macro_f1_comparison.png.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Binary-cycle encoding was evaluated only on MUTAG as the primary modification experiment. PTC-MR was used for supplementary baseline comparisons, so binary was not evaluated there. P-WL has the highest mean accuracy and macro-F1 on PTC-MR. Cycles versus P-WL: −0.55210 pp accuracy and −0.82427 pp macro-F1. Unlike MUTAG, adding cycles reduced selected-method averages. Binary: not evaluated and out of scope for PTC-MR. Sources: results/full/PTC_MR_folds.csv, results/full/summary.csv and results/full/PTC_MR_ablation.png.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MUTAG impacts: WL→P-WL −2.02632 pp accuracy / −2.45825 pp macro-F1; P-WL→P-WL-C +1.60526 / +2.03762; P-WL-C→λ-selected −0.00292 / −0.00751; P-WL-C→binary −1.71637 / −1.98133. PTC-MR changes: +0.44034/+0.49549, −0.55210/−0.82427, +0.26471/+0.40320 respectively. Binary versus magnitude paired figure: results/binary-cycle/figures/MUTAG_cycle_binary_comparison.png. These are independently selected pipelines and descriptive differences, not guaranteed improvements. Joint retuning can interact with representation.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Predictions changed on 67/100 folds and 114/1,880 graph-prediction opportunities across repeats. Selected (h,p,trees) changed on 96/100 folds; h=83, p=47, trees=67 changes. Accuracy paired outcomes: 17 improvements, 41 worsens, 42 ties. Macro-F1: 18 improvements, 44 worsens, 38 ties. Binary encoding changed predictions and reduced mean accuracy. Cycle magnitudes may carry useful information; this is an interpretation, not a causal result. Joint retuning also changed selected parameters, so the measured difference is between nested method pipelines, not a fixed-model intervention. Figure: results/binary-cycle/figures/MUTAG_paired_fold_differences.png.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Studied WL kernels and persistent WL; implemented counts, component weights and cycle contributions; tested custom λ and binary adaptations. Cycles helped versus P-WL on MUTAG and hurt on PTC-MR. Positive λ magnitudes were neutral. P-WL-C-Binary accuracy 86.06±1.16%; macro-F1 84.30±1.60%. Versus P-WL-C: −1.71637 pp accuracy and −1.98133 pp macro-F1. The binary-cycle accuracy decrease is a valid negative experimental finding. Negative results are valid research findings and should be reported with the positive results. Limitations: small, imbalanced datasets; repeated folds reuse graphs and are dependent; SD is descriptive, not a confidence interval; no significance test or causal mechanism is claimed. Binary was requested after the earlier study, so it is a follow-up experiment, not an independently preregistered benchmark. Depth 0–6 differs from the paper’s 0–10. Inductive vocabularies, fixed modern RF defaults, ignored edge labels, and source-order tie handling are documented adaptations. No PTC-MR binary generalization claim is justified. Future directions were not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Shervashidze, N., Schweitzer, P., van Leeuwen, E. J., Mehlhorn, K., &amp; Borgwardt, K. M. (2011). Weisfeiler-Lehman Graph Kernels. Journal of Machine Learning Research, 12(77), 2539–2561. https://www.jmlr.org/papers/v12/shervashidze11a.html. Local: references/wl-paper.pdf and references/wl-paper.txt.</a:t>
            </a:r>
          </a:p>
          <a:p xmlns:a="http://schemas.openxmlformats.org/drawingml/2006/main">
            <a:r>
              <a:t>2. Rieck, B., Bock, C., &amp; Borgwardt, K. (2019). A Persistent Weisfeiler-Lehman Procedure for Graph Classification. Proceedings of ICML, PMLR 97, 5448–5458. https://proceedings.mlr.press/v97/rieck19a.html. Local paper PDF/text; Algorithm 1, §2.3.2, Eqs. 9–12.</a:t>
            </a:r>
          </a:p>
          <a:p xmlns:a="http://schemas.openxmlformats.org/drawingml/2006/main">
            <a:r>
              <a:t>3. BorgwardtLab/P-WL author implementation: https://github.com/BorgwardtLab/P-WL. Snapshot identity and file hashes: references/repository-head.txt and references/source_hashes.json.</a:t>
            </a:r>
          </a:p>
          <a:p xmlns:a="http://schemas.openxmlformats.org/drawingml/2006/main">
            <a:r>
              <a:t>4. TUDataset catalogue and bibliography: https://chrsmrrs.github.io/datasets/docs/datasets/ and https://chrsmrrs.github.io/datasets/docs/bibliography/. Dataset origins: Debnath et al. (1991), Structure-activity relationship of mutagenic aromatic and heteroaromatic nitro compounds, J. Med. Chem. 34(2), 786–797; Helma et al. (2001), The Predictive Toxicology Challenge 2000–2001, Bioinformatics 17, 107–108. Numerical dataset statistics in this study come from local original TU archives. Experiment claims trace to saved local predictions, not the papers’ reported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36a878c3074e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b67b17061841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1534e6165448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98759453534d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c1aa9572f542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964394a7be46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FBA6D6-134B-43A5-B91E-E84EFB5EF0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2AC8BD1-120F-4C52-8D89-E0EE4E7866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A83A8C-AFDA-4578-81AE-A5A2D5B721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41B7DB-9F8E-4DA7-9E3C-4ACD61F53E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2AF730-CEC2-473C-8B8F-5413E13367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6942301-B470-4ABB-A8E7-C9F4F948EA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27382D-5A71-49AB-995E-EEE1AAC37E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3C47EC-68C2-412D-AEDB-BF45FC74AB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94EDAE-31E6-4CBF-80BA-ACD1540583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028A17-F71D-48C7-99D1-B2A5383FBF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fa1a3a79574daf" /><Relationship Type="http://schemas.openxmlformats.org/officeDocument/2006/relationships/slideLayout" Target="/ppt/slideLayouts/slideLayout1.xml" Id="R6f96621a29384e59" /><Relationship Type="http://schemas.openxmlformats.org/officeDocument/2006/relationships/slideLayout" Target="/ppt/slideLayouts/slideLayout2.xml" Id="Rcb21412b7f0046ef" /><Relationship Type="http://schemas.openxmlformats.org/officeDocument/2006/relationships/slideLayout" Target="/ppt/slideLayouts/slideLayout3.xml" Id="R60ce0889bc5549d3" /><Relationship Type="http://schemas.openxmlformats.org/officeDocument/2006/relationships/slideLayout" Target="/ppt/slideLayouts/slideLayout4.xml" Id="R3b1257af999c4db4" /><Relationship Type="http://schemas.openxmlformats.org/officeDocument/2006/relationships/slideLayout" Target="/ppt/slideLayouts/slideLayout5.xml" Id="Re246873cea5a44fa" /><Relationship Type="http://schemas.openxmlformats.org/officeDocument/2006/relationships/slideLayout" Target="/ppt/slideLayouts/slideLayout6.xml" Id="R5554e43b336d40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96621a29384e59"/>
    <p:sldLayoutId xmlns:r="http://schemas.openxmlformats.org/officeDocument/2006/relationships" id="2147483650" r:id="Rcb21412b7f0046ef"/>
    <p:sldLayoutId xmlns:r="http://schemas.openxmlformats.org/officeDocument/2006/relationships" id="2147483651" r:id="R60ce0889bc5549d3"/>
    <p:sldLayoutId xmlns:r="http://schemas.openxmlformats.org/officeDocument/2006/relationships" id="2147483652" r:id="R3b1257af999c4db4"/>
    <p:sldLayoutId xmlns:r="http://schemas.openxmlformats.org/officeDocument/2006/relationships" id="2147483653" r:id="Re246873cea5a44fa"/>
    <p:sldLayoutId xmlns:r="http://schemas.openxmlformats.org/officeDocument/2006/relationships" id="2147483654" r:id="R5554e43b336d40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6506b48227e4b7b" /><Relationship Type="http://schemas.openxmlformats.org/officeDocument/2006/relationships/notesSlide" Target="/ppt/notesSlides/notesSlide1.xml" Id="R85592869a9ec41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92183b2e74455d" /><Relationship Type="http://schemas.openxmlformats.org/officeDocument/2006/relationships/notesSlide" Target="/ppt/notesSlides/notesSlide2.xml" Id="R40e3cdc8c1fa41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fe6f5a166b4477" /><Relationship Type="http://schemas.openxmlformats.org/officeDocument/2006/relationships/notesSlide" Target="/ppt/notesSlides/notesSlide3.xml" Id="R2c7d8db6ce2a45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37886947dd4b1a" /><Relationship Type="http://schemas.openxmlformats.org/officeDocument/2006/relationships/notesSlide" Target="/ppt/notesSlides/notesSlide4.xml" Id="R2d33a2617e9a4d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1707cda31649a2" /><Relationship Type="http://schemas.openxmlformats.org/officeDocument/2006/relationships/notesSlide" Target="/ppt/notesSlides/notesSlide5.xml" Id="R64979993838b45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3df96796cd4236" /><Relationship Type="http://schemas.openxmlformats.org/officeDocument/2006/relationships/notesSlide" Target="/ppt/notesSlides/notesSlide6.xml" Id="Ra599b26bff8e49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e2771334d74bbb" /><Relationship Type="http://schemas.openxmlformats.org/officeDocument/2006/relationships/image" Target="/ppt/media/image.png" Id="Rcb53bdd289474c49" /><Relationship Type="http://schemas.openxmlformats.org/officeDocument/2006/relationships/notesSlide" Target="/ppt/notesSlides/notesSlide7.xml" Id="R78ac3841b97145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12b803487224eb4" /><Relationship Type="http://schemas.openxmlformats.org/officeDocument/2006/relationships/image" Target="/ppt/media/image2.png" Id="Rbca9d123021b4eef" /><Relationship Type="http://schemas.openxmlformats.org/officeDocument/2006/relationships/image" Target="/ppt/media/image3.png" Id="Rab636e2972874299" /><Relationship Type="http://schemas.openxmlformats.org/officeDocument/2006/relationships/notesSlide" Target="/ppt/notesSlides/notesSlide8.xml" Id="R4a0079e331004b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cf96567aa404160" /><Relationship Type="http://schemas.openxmlformats.org/officeDocument/2006/relationships/notesSlide" Target="/ppt/notesSlides/notesSlide9.xml" Id="R3e090c05ada44e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f71b733d794d0c" /><Relationship Type="http://schemas.openxmlformats.org/officeDocument/2006/relationships/notesSlide" Target="/ppt/notesSlides/notesSlide10.xml" Id="R8fcc85125df648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a8293ef894e444b" /><Relationship Type="http://schemas.openxmlformats.org/officeDocument/2006/relationships/notesSlide" Target="/ppt/notesSlides/notesSlide11.xml" Id="R5caf4689af9541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aa43a5e0be49ef" /><Relationship Type="http://schemas.openxmlformats.org/officeDocument/2006/relationships/image" Target="/ppt/media/image4.png" Id="Ra876e9a75f774d82" /><Relationship Type="http://schemas.openxmlformats.org/officeDocument/2006/relationships/image" Target="/ppt/media/image5.png" Id="R48bdba7d468e4925" /><Relationship Type="http://schemas.openxmlformats.org/officeDocument/2006/relationships/notesSlide" Target="/ppt/notesSlides/notesSlide12.xml" Id="R83325ce40ee848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142c6913a14218" /><Relationship Type="http://schemas.openxmlformats.org/officeDocument/2006/relationships/image" Target="/ppt/media/image6.png" Id="R3d85cede78af445a" /><Relationship Type="http://schemas.openxmlformats.org/officeDocument/2006/relationships/notesSlide" Target="/ppt/notesSlides/notesSlide13.xml" Id="Re2f01082a59948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83dcb2019914e63" /><Relationship Type="http://schemas.openxmlformats.org/officeDocument/2006/relationships/image" Target="/ppt/media/image7.png" Id="Rf6c3f0fe78cc4db2" /><Relationship Type="http://schemas.openxmlformats.org/officeDocument/2006/relationships/notesSlide" Target="/ppt/notesSlides/notesSlide14.xml" Id="R2286daeb9aaf40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ddb05c8cffb4c29" /><Relationship Type="http://schemas.openxmlformats.org/officeDocument/2006/relationships/image" Target="/ppt/media/image8.png" Id="R39fa106cf8bf48e1" /><Relationship Type="http://schemas.openxmlformats.org/officeDocument/2006/relationships/notesSlide" Target="/ppt/notesSlides/notesSlide15.xml" Id="R5db5b51ba0a14c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464fa47a5c84d54" /><Relationship Type="http://schemas.openxmlformats.org/officeDocument/2006/relationships/notesSlide" Target="/ppt/notesSlides/notesSlide16.xml" Id="R06c7947047a244f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0ef601b10114165" /><Relationship Type="http://schemas.openxmlformats.org/officeDocument/2006/relationships/notesSlide" Target="/ppt/notesSlides/notesSlide17.xml" Id="Red192b1f280042ca"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095F401-1486-4EC2-BA34-B2320FA1DDCC}"/>
              </a:ext>
            </a:extLst>
          </p:cNvPr>
          <p:cNvSpPr>
            <a:spLocks xmlns:a="http://schemas.openxmlformats.org/drawingml/2006/main" noGrp="1"/>
          </p:cNvSpPr>
          <p:nvPr/>
        </p:nvSpPr>
        <p:spPr>
          <a:xfrm xmlns:a="http://schemas.openxmlformats.org/drawingml/2006/main" rot="842175">
            <a:off x="8834798" y="1366838"/>
            <a:ext cx="1570903" cy="28575"/>
          </a:xfrm>
          <a:prstGeom xmlns:a="http://schemas.openxmlformats.org/drawingml/2006/main" prst="rect">
            <a:avLst/>
          </a:prstGeom>
          <a:solidFill xmlns:a="http://schemas.openxmlformats.org/drawingml/2006/main">
            <a:srgbClr val="33516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2A3916-EACB-4BE4-AA47-5C0976FF4D2F}"/>
              </a:ext>
            </a:extLst>
          </p:cNvPr>
          <p:cNvSpPr>
            <a:spLocks xmlns:a="http://schemas.openxmlformats.org/drawingml/2006/main" noGrp="1"/>
          </p:cNvSpPr>
          <p:nvPr/>
        </p:nvSpPr>
        <p:spPr>
          <a:xfrm xmlns:a="http://schemas.openxmlformats.org/drawingml/2006/main" rot="3840646">
            <a:off x="8382000" y="1938338"/>
            <a:ext cx="1695450" cy="28575"/>
          </a:xfrm>
          <a:prstGeom xmlns:a="http://schemas.openxmlformats.org/drawingml/2006/main" prst="rect">
            <a:avLst/>
          </a:prstGeom>
          <a:solidFill xmlns:a="http://schemas.openxmlformats.org/drawingml/2006/main">
            <a:srgbClr val="33516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52C540-3259-4C2E-8494-6E7A3A4F869C}"/>
              </a:ext>
            </a:extLst>
          </p:cNvPr>
          <p:cNvSpPr>
            <a:spLocks xmlns:a="http://schemas.openxmlformats.org/drawingml/2006/main" noGrp="1"/>
          </p:cNvSpPr>
          <p:nvPr/>
        </p:nvSpPr>
        <p:spPr>
          <a:xfrm xmlns:a="http://schemas.openxmlformats.org/drawingml/2006/main" rot="7460766">
            <a:off x="9299539" y="2128838"/>
            <a:ext cx="1384373" cy="28575"/>
          </a:xfrm>
          <a:prstGeom xmlns:a="http://schemas.openxmlformats.org/drawingml/2006/main" prst="rect">
            <a:avLst/>
          </a:prstGeom>
          <a:solidFill xmlns:a="http://schemas.openxmlformats.org/drawingml/2006/main">
            <a:srgbClr val="33516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279A8A3-EB7C-4BA2-9F0A-37C9BEEBEECB}"/>
              </a:ext>
            </a:extLst>
          </p:cNvPr>
          <p:cNvSpPr>
            <a:spLocks xmlns:a="http://schemas.openxmlformats.org/drawingml/2006/main" noGrp="1"/>
          </p:cNvSpPr>
          <p:nvPr/>
        </p:nvSpPr>
        <p:spPr>
          <a:xfrm xmlns:a="http://schemas.openxmlformats.org/drawingml/2006/main" rot="542854">
            <a:off x="9591780" y="2819400"/>
            <a:ext cx="1514265" cy="28575"/>
          </a:xfrm>
          <a:prstGeom xmlns:a="http://schemas.openxmlformats.org/drawingml/2006/main" prst="rect">
            <a:avLst/>
          </a:prstGeom>
          <a:solidFill xmlns:a="http://schemas.openxmlformats.org/drawingml/2006/main">
            <a:srgbClr val="335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D8F297F-BC9F-4060-82B6-5F1745E3F171}"/>
              </a:ext>
            </a:extLst>
          </p:cNvPr>
          <p:cNvSpPr>
            <a:spLocks xmlns:a="http://schemas.openxmlformats.org/drawingml/2006/main" noGrp="1"/>
          </p:cNvSpPr>
          <p:nvPr/>
        </p:nvSpPr>
        <p:spPr>
          <a:xfrm xmlns:a="http://schemas.openxmlformats.org/drawingml/2006/main" rot="8238823">
            <a:off x="8443334" y="3152775"/>
            <a:ext cx="1334656" cy="28575"/>
          </a:xfrm>
          <a:prstGeom xmlns:a="http://schemas.openxmlformats.org/drawingml/2006/main" prst="rect">
            <a:avLst/>
          </a:prstGeom>
          <a:solidFill xmlns:a="http://schemas.openxmlformats.org/drawingml/2006/main">
            <a:srgbClr val="33516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594BCC4-B3DB-4DAB-A386-3A08AF8140FE}"/>
              </a:ext>
            </a:extLst>
          </p:cNvPr>
          <p:cNvSpPr>
            <a:spLocks xmlns:a="http://schemas.openxmlformats.org/drawingml/2006/main" noGrp="1"/>
          </p:cNvSpPr>
          <p:nvPr/>
        </p:nvSpPr>
        <p:spPr>
          <a:xfrm xmlns:a="http://schemas.openxmlformats.org/drawingml/2006/main" rot="7241983">
            <a:off x="9757991" y="3700463"/>
            <a:ext cx="1772392" cy="28575"/>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5ACCD45-78C7-4963-BC44-59E70F3F2388}"/>
              </a:ext>
            </a:extLst>
          </p:cNvPr>
          <p:cNvSpPr>
            <a:spLocks xmlns:a="http://schemas.openxmlformats.org/drawingml/2006/main" noGrp="1"/>
          </p:cNvSpPr>
          <p:nvPr/>
        </p:nvSpPr>
        <p:spPr>
          <a:xfrm xmlns:a="http://schemas.openxmlformats.org/drawingml/2006/main" rot="1716628">
            <a:off x="8510828" y="4033838"/>
            <a:ext cx="1790219" cy="28575"/>
          </a:xfrm>
          <a:prstGeom xmlns:a="http://schemas.openxmlformats.org/drawingml/2006/main" prst="rect">
            <a:avLst/>
          </a:prstGeom>
          <a:solidFill xmlns:a="http://schemas.openxmlformats.org/drawingml/2006/main">
            <a:srgbClr val="33516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338FD7A-003F-48C1-98A5-DE0648A8236A}"/>
              </a:ext>
            </a:extLst>
          </p:cNvPr>
          <p:cNvSpPr>
            <a:spLocks xmlns:a="http://schemas.openxmlformats.org/drawingml/2006/main" noGrp="1"/>
          </p:cNvSpPr>
          <p:nvPr/>
        </p:nvSpPr>
        <p:spPr>
          <a:xfrm xmlns:a="http://schemas.openxmlformats.org/drawingml/2006/main" rot="1920323">
            <a:off x="10089310" y="4819650"/>
            <a:ext cx="1347880" cy="28575"/>
          </a:xfrm>
          <a:prstGeom xmlns:a="http://schemas.openxmlformats.org/drawingml/2006/main" prst="rect">
            <a:avLst/>
          </a:prstGeom>
          <a:solidFill xmlns:a="http://schemas.openxmlformats.org/drawingml/2006/main">
            <a:srgbClr val="33516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37EC637-ACFB-4992-B8D4-90D53C1684F8}"/>
              </a:ext>
            </a:extLst>
          </p:cNvPr>
          <p:cNvSpPr>
            <a:spLocks xmlns:a="http://schemas.openxmlformats.org/drawingml/2006/main" noGrp="1"/>
          </p:cNvSpPr>
          <p:nvPr/>
        </p:nvSpPr>
        <p:spPr>
          <a:xfrm xmlns:a="http://schemas.openxmlformats.org/drawingml/2006/main">
            <a:off x="8696325" y="1028700"/>
            <a:ext cx="323850" cy="323850"/>
          </a:xfrm>
          <a:prstGeom xmlns:a="http://schemas.openxmlformats.org/drawingml/2006/main" prst="ellipse">
            <a:avLst/>
          </a:prstGeom>
          <a:solidFill xmlns:a="http://schemas.openxmlformats.org/drawingml/2006/main">
            <a:srgbClr val="183652"/>
          </a:solidFill>
          <a:ln xmlns:a="http://schemas.openxmlformats.org/drawingml/2006/main" w="28575">
            <a:solidFill>
              <a:srgbClr val="54718A"/>
            </a:solidFill>
            <a:prstDash val="solid"/>
          </a:ln>
        </p:spPr>
      </p:sp>
      <p:sp>
        <p:nvSpPr>
          <p:cNvPr id="10" name="">
            <a:extLst xmlns:a="http://schemas.openxmlformats.org/drawingml/2006/main">
              <a:ext uri="{FF2B5EF4-FFF2-40B4-BE49-F238E27FC236}">
                <a16:creationId xmlns:a16="http://schemas.microsoft.com/office/drawing/2014/main" id="{2DB349CE-C238-4E58-9E37-646D4B0BA838}"/>
              </a:ext>
            </a:extLst>
          </p:cNvPr>
          <p:cNvSpPr>
            <a:spLocks xmlns:a="http://schemas.openxmlformats.org/drawingml/2006/main" noGrp="1"/>
          </p:cNvSpPr>
          <p:nvPr/>
        </p:nvSpPr>
        <p:spPr>
          <a:xfrm xmlns:a="http://schemas.openxmlformats.org/drawingml/2006/main">
            <a:off x="10220325" y="1409700"/>
            <a:ext cx="323850" cy="323850"/>
          </a:xfrm>
          <a:prstGeom xmlns:a="http://schemas.openxmlformats.org/drawingml/2006/main" prst="ellipse">
            <a:avLst/>
          </a:prstGeom>
          <a:solidFill xmlns:a="http://schemas.openxmlformats.org/drawingml/2006/main">
            <a:srgbClr val="183652"/>
          </a:solidFill>
          <a:ln xmlns:a="http://schemas.openxmlformats.org/drawingml/2006/main" w="28575">
            <a:solidFill>
              <a:srgbClr val="54718A"/>
            </a:solidFill>
            <a:prstDash val="solid"/>
          </a:ln>
        </p:spPr>
      </p:sp>
      <p:sp>
        <p:nvSpPr>
          <p:cNvPr id="11" name="">
            <a:extLst xmlns:a="http://schemas.openxmlformats.org/drawingml/2006/main">
              <a:ext uri="{FF2B5EF4-FFF2-40B4-BE49-F238E27FC236}">
                <a16:creationId xmlns:a16="http://schemas.microsoft.com/office/drawing/2014/main" id="{C271F4DD-3D55-483D-9BAB-A33B50DB8030}"/>
              </a:ext>
            </a:extLst>
          </p:cNvPr>
          <p:cNvSpPr>
            <a:spLocks xmlns:a="http://schemas.openxmlformats.org/drawingml/2006/main" noGrp="1"/>
          </p:cNvSpPr>
          <p:nvPr/>
        </p:nvSpPr>
        <p:spPr>
          <a:xfrm xmlns:a="http://schemas.openxmlformats.org/drawingml/2006/main">
            <a:off x="9382125" y="2495550"/>
            <a:ext cx="438150" cy="438150"/>
          </a:xfrm>
          <a:prstGeom xmlns:a="http://schemas.openxmlformats.org/drawingml/2006/main" prst="ellipse">
            <a:avLst/>
          </a:prstGeom>
          <a:solidFill xmlns:a="http://schemas.openxmlformats.org/drawingml/2006/main">
            <a:srgbClr val="007F78"/>
          </a:solidFill>
          <a:ln xmlns:a="http://schemas.openxmlformats.org/drawingml/2006/main" w="28575">
            <a:solidFill>
              <a:srgbClr val="54718A"/>
            </a:solidFill>
            <a:prstDash val="solid"/>
          </a:ln>
        </p:spPr>
      </p:sp>
      <p:sp>
        <p:nvSpPr>
          <p:cNvPr id="12" name="">
            <a:extLst xmlns:a="http://schemas.openxmlformats.org/drawingml/2006/main">
              <a:ext uri="{FF2B5EF4-FFF2-40B4-BE49-F238E27FC236}">
                <a16:creationId xmlns:a16="http://schemas.microsoft.com/office/drawing/2014/main" id="{1459B942-4C04-4F91-933C-F78F05D7F1C2}"/>
              </a:ext>
            </a:extLst>
          </p:cNvPr>
          <p:cNvSpPr>
            <a:spLocks xmlns:a="http://schemas.openxmlformats.org/drawingml/2006/main" noGrp="1"/>
          </p:cNvSpPr>
          <p:nvPr/>
        </p:nvSpPr>
        <p:spPr>
          <a:xfrm xmlns:a="http://schemas.openxmlformats.org/drawingml/2006/main">
            <a:off x="10934700" y="2790825"/>
            <a:ext cx="323850" cy="323850"/>
          </a:xfrm>
          <a:prstGeom xmlns:a="http://schemas.openxmlformats.org/drawingml/2006/main" prst="ellipse">
            <a:avLst/>
          </a:prstGeom>
          <a:solidFill xmlns:a="http://schemas.openxmlformats.org/drawingml/2006/main">
            <a:srgbClr val="183652"/>
          </a:solidFill>
          <a:ln xmlns:a="http://schemas.openxmlformats.org/drawingml/2006/main" w="28575">
            <a:solidFill>
              <a:srgbClr val="54718A"/>
            </a:solidFill>
            <a:prstDash val="solid"/>
          </a:ln>
        </p:spPr>
      </p:sp>
      <p:sp>
        <p:nvSpPr>
          <p:cNvPr id="13" name="">
            <a:extLst xmlns:a="http://schemas.openxmlformats.org/drawingml/2006/main">
              <a:ext uri="{FF2B5EF4-FFF2-40B4-BE49-F238E27FC236}">
                <a16:creationId xmlns:a16="http://schemas.microsoft.com/office/drawing/2014/main" id="{F88373D5-F526-4246-91C7-A5DD071C48EE}"/>
              </a:ext>
            </a:extLst>
          </p:cNvPr>
          <p:cNvSpPr>
            <a:spLocks xmlns:a="http://schemas.openxmlformats.org/drawingml/2006/main" noGrp="1"/>
          </p:cNvSpPr>
          <p:nvPr/>
        </p:nvSpPr>
        <p:spPr>
          <a:xfrm xmlns:a="http://schemas.openxmlformats.org/drawingml/2006/main">
            <a:off x="8458200" y="3457575"/>
            <a:ext cx="323850" cy="323850"/>
          </a:xfrm>
          <a:prstGeom xmlns:a="http://schemas.openxmlformats.org/drawingml/2006/main" prst="ellipse">
            <a:avLst/>
          </a:prstGeom>
          <a:solidFill xmlns:a="http://schemas.openxmlformats.org/drawingml/2006/main">
            <a:srgbClr val="183652"/>
          </a:solidFill>
          <a:ln xmlns:a="http://schemas.openxmlformats.org/drawingml/2006/main" w="28575">
            <a:solidFill>
              <a:srgbClr val="54718A"/>
            </a:solidFill>
            <a:prstDash val="solid"/>
          </a:ln>
        </p:spPr>
      </p:sp>
      <p:sp>
        <p:nvSpPr>
          <p:cNvPr id="14" name="">
            <a:extLst xmlns:a="http://schemas.openxmlformats.org/drawingml/2006/main">
              <a:ext uri="{FF2B5EF4-FFF2-40B4-BE49-F238E27FC236}">
                <a16:creationId xmlns:a16="http://schemas.microsoft.com/office/drawing/2014/main" id="{653BD8DC-1393-4844-8C65-E8DEA5F97DCA}"/>
              </a:ext>
            </a:extLst>
          </p:cNvPr>
          <p:cNvSpPr>
            <a:spLocks xmlns:a="http://schemas.openxmlformats.org/drawingml/2006/main" noGrp="1"/>
          </p:cNvSpPr>
          <p:nvPr/>
        </p:nvSpPr>
        <p:spPr>
          <a:xfrm xmlns:a="http://schemas.openxmlformats.org/drawingml/2006/main">
            <a:off x="10029825" y="4314825"/>
            <a:ext cx="323850" cy="323850"/>
          </a:xfrm>
          <a:prstGeom xmlns:a="http://schemas.openxmlformats.org/drawingml/2006/main" prst="ellipse">
            <a:avLst/>
          </a:prstGeom>
          <a:solidFill xmlns:a="http://schemas.openxmlformats.org/drawingml/2006/main">
            <a:srgbClr val="183652"/>
          </a:solidFill>
          <a:ln xmlns:a="http://schemas.openxmlformats.org/drawingml/2006/main" w="28575">
            <a:solidFill>
              <a:srgbClr val="D2644A"/>
            </a:solidFill>
            <a:prstDash val="solid"/>
          </a:ln>
        </p:spPr>
      </p:sp>
      <p:sp>
        <p:nvSpPr>
          <p:cNvPr id="15" name="">
            <a:extLst xmlns:a="http://schemas.openxmlformats.org/drawingml/2006/main">
              <a:ext uri="{FF2B5EF4-FFF2-40B4-BE49-F238E27FC236}">
                <a16:creationId xmlns:a16="http://schemas.microsoft.com/office/drawing/2014/main" id="{57C48FB2-AE5D-4986-8056-AAF7868A9709}"/>
              </a:ext>
            </a:extLst>
          </p:cNvPr>
          <p:cNvSpPr>
            <a:spLocks xmlns:a="http://schemas.openxmlformats.org/drawingml/2006/main" noGrp="1"/>
          </p:cNvSpPr>
          <p:nvPr/>
        </p:nvSpPr>
        <p:spPr>
          <a:xfrm xmlns:a="http://schemas.openxmlformats.org/drawingml/2006/main">
            <a:off x="11172825" y="5029200"/>
            <a:ext cx="323850" cy="323850"/>
          </a:xfrm>
          <a:prstGeom xmlns:a="http://schemas.openxmlformats.org/drawingml/2006/main" prst="ellipse">
            <a:avLst/>
          </a:prstGeom>
          <a:solidFill xmlns:a="http://schemas.openxmlformats.org/drawingml/2006/main">
            <a:srgbClr val="183652"/>
          </a:solidFill>
          <a:ln xmlns:a="http://schemas.openxmlformats.org/drawingml/2006/main" w="28575">
            <a:solidFill>
              <a:srgbClr val="54718A"/>
            </a:solidFill>
            <a:prstDash val="solid"/>
          </a:ln>
        </p:spPr>
      </p:sp>
      <p:sp>
        <p:nvSpPr>
          <p:cNvPr id="16" name="">
            <a:extLst xmlns:a="http://schemas.openxmlformats.org/drawingml/2006/main">
              <a:ext uri="{FF2B5EF4-FFF2-40B4-BE49-F238E27FC236}">
                <a16:creationId xmlns:a16="http://schemas.microsoft.com/office/drawing/2014/main" id="{1B050278-2C59-44C9-B405-089D09333DF8}"/>
              </a:ext>
            </a:extLst>
          </p:cNvPr>
          <p:cNvSpPr>
            <a:spLocks xmlns:a="http://schemas.openxmlformats.org/drawingml/2006/main" noGrp="1"/>
          </p:cNvSpPr>
          <p:nvPr/>
        </p:nvSpPr>
        <p:spPr>
          <a:xfrm xmlns:a="http://schemas.openxmlformats.org/drawingml/2006/main">
            <a:off x="685800" y="866775"/>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8FCFC7"/>
                </a:solidFill>
                <a:latin typeface="Aptos"/>
                <a:ea typeface="Aptos"/>
                <a:cs typeface="Aptos"/>
              </a:defRPr>
            </a:defPPr>
          </a:lstStyle>
          <a:p xmlns:a="http://schemas.openxmlformats.org/drawingml/2006/main">
            <a:pPr algn="l">
              <a:buNone/>
              <a:defRPr sz="1125" b="1">
                <a:solidFill>
                  <a:srgbClr val="8FCFC7"/>
                </a:solidFill>
                <a:latin typeface="Aptos"/>
                <a:ea typeface="Aptos"/>
                <a:cs typeface="Aptos"/>
              </a:defRPr>
            </a:pPr>
            <a:r>
              <a:rPr sz="1125" b="1">
                <a:solidFill>
                  <a:srgbClr val="8FCFC7"/>
                </a:solidFill>
                <a:latin typeface="Aptos"/>
                <a:ea typeface="Aptos"/>
                <a:cs typeface="Aptos"/>
              </a:rPr>
              <a:t>MACHINE LEARNING WITH GRAPHS  /  CASE STUDY</a:t>
            </a:r>
          </a:p>
        </p:txBody>
      </p:sp>
      <p:sp>
        <p:nvSpPr>
          <p:cNvPr id="17" name="">
            <a:extLst xmlns:a="http://schemas.openxmlformats.org/drawingml/2006/main">
              <a:ext uri="{FF2B5EF4-FFF2-40B4-BE49-F238E27FC236}">
                <a16:creationId xmlns:a16="http://schemas.microsoft.com/office/drawing/2014/main" id="{60F4F7B3-6DD1-48EB-8300-A9512D26C1D4}"/>
              </a:ext>
            </a:extLst>
          </p:cNvPr>
          <p:cNvSpPr>
            <a:spLocks xmlns:a="http://schemas.openxmlformats.org/drawingml/2006/main" noGrp="1"/>
          </p:cNvSpPr>
          <p:nvPr/>
        </p:nvSpPr>
        <p:spPr>
          <a:xfrm xmlns:a="http://schemas.openxmlformats.org/drawingml/2006/main">
            <a:off x="685800" y="1685925"/>
            <a:ext cx="7620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FFFFF"/>
                </a:solidFill>
                <a:latin typeface="Aptos"/>
                <a:ea typeface="Aptos"/>
                <a:cs typeface="Aptos"/>
              </a:defRPr>
            </a:defPPr>
          </a:lstStyle>
          <a:p xmlns:a="http://schemas.openxmlformats.org/drawingml/2006/main">
            <a:pPr algn="l">
              <a:buNone/>
              <a:defRPr sz="4050" b="1">
                <a:solidFill>
                  <a:srgbClr val="FFFFFF"/>
                </a:solidFill>
                <a:latin typeface="Aptos"/>
                <a:ea typeface="Aptos"/>
                <a:cs typeface="Aptos"/>
              </a:defRPr>
            </a:pPr>
            <a:r>
              <a:rPr sz="4050" b="1">
                <a:solidFill>
                  <a:srgbClr val="FFFFFF"/>
                </a:solidFill>
                <a:latin typeface="Aptos"/>
                <a:ea typeface="Aptos"/>
                <a:cs typeface="Aptos"/>
              </a:rPr>
              <a:t>Beyond Weisfeiler–Lehman</a:t>
            </a:r>
          </a:p>
        </p:txBody>
      </p:sp>
      <p:sp>
        <p:nvSpPr>
          <p:cNvPr id="18" name="">
            <a:extLst xmlns:a="http://schemas.openxmlformats.org/drawingml/2006/main">
              <a:ext uri="{FF2B5EF4-FFF2-40B4-BE49-F238E27FC236}">
                <a16:creationId xmlns:a16="http://schemas.microsoft.com/office/drawing/2014/main" id="{AAF360E7-5D63-4B67-A039-131175B2B327}"/>
              </a:ext>
            </a:extLst>
          </p:cNvPr>
          <p:cNvSpPr>
            <a:spLocks xmlns:a="http://schemas.openxmlformats.org/drawingml/2006/main" noGrp="1"/>
          </p:cNvSpPr>
          <p:nvPr/>
        </p:nvSpPr>
        <p:spPr>
          <a:xfrm xmlns:a="http://schemas.openxmlformats.org/drawingml/2006/main">
            <a:off x="714375" y="3219450"/>
            <a:ext cx="7096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D9E4EC"/>
                </a:solidFill>
                <a:latin typeface="Aptos"/>
                <a:ea typeface="Aptos"/>
                <a:cs typeface="Aptos"/>
              </a:defRPr>
            </a:defPPr>
          </a:lstStyle>
          <a:p xmlns:a="http://schemas.openxmlformats.org/drawingml/2006/main">
            <a:pPr algn="l">
              <a:buNone/>
              <a:defRPr sz="2250" b="0">
                <a:solidFill>
                  <a:srgbClr val="D9E4EC"/>
                </a:solidFill>
                <a:latin typeface="Aptos"/>
                <a:ea typeface="Aptos"/>
                <a:cs typeface="Aptos"/>
              </a:defRPr>
            </a:pPr>
            <a:r>
              <a:rPr sz="2250" b="0">
                <a:solidFill>
                  <a:srgbClr val="D9E4EC"/>
                </a:solidFill>
                <a:latin typeface="Aptos"/>
                <a:ea typeface="Aptos"/>
                <a:cs typeface="Aptos"/>
              </a:rPr>
              <a:t>Persistent and cycle-aware graph representations</a:t>
            </a:r>
          </a:p>
        </p:txBody>
      </p:sp>
      <p:sp>
        <p:nvSpPr>
          <p:cNvPr id="19" name="">
            <a:extLst xmlns:a="http://schemas.openxmlformats.org/drawingml/2006/main">
              <a:ext uri="{FF2B5EF4-FFF2-40B4-BE49-F238E27FC236}">
                <a16:creationId xmlns:a16="http://schemas.microsoft.com/office/drawing/2014/main" id="{3259F9F6-4E50-4A89-A0AB-E9A2386E0D13}"/>
              </a:ext>
            </a:extLst>
          </p:cNvPr>
          <p:cNvSpPr>
            <a:spLocks xmlns:a="http://schemas.openxmlformats.org/drawingml/2006/main" noGrp="1"/>
          </p:cNvSpPr>
          <p:nvPr/>
        </p:nvSpPr>
        <p:spPr>
          <a:xfrm xmlns:a="http://schemas.openxmlformats.org/drawingml/2006/main">
            <a:off x="723900" y="4371975"/>
            <a:ext cx="5572125"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D929243-C961-4002-9AF7-D1DA87716DD0}"/>
              </a:ext>
            </a:extLst>
          </p:cNvPr>
          <p:cNvSpPr>
            <a:spLocks xmlns:a="http://schemas.openxmlformats.org/drawingml/2006/main" noGrp="1"/>
          </p:cNvSpPr>
          <p:nvPr/>
        </p:nvSpPr>
        <p:spPr>
          <a:xfrm xmlns:a="http://schemas.openxmlformats.org/drawingml/2006/main">
            <a:off x="723900" y="464820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FFFFFF"/>
                </a:solidFill>
                <a:latin typeface="Aptos"/>
                <a:ea typeface="Aptos"/>
                <a:cs typeface="Aptos"/>
              </a:defRPr>
            </a:defPPr>
          </a:lstStyle>
          <a:p xmlns:a="http://schemas.openxmlformats.org/drawingml/2006/main">
            <a:pPr algn="l">
              <a:buNone/>
              <a:defRPr sz="1650" b="0">
                <a:solidFill>
                  <a:srgbClr val="FFFFFF"/>
                </a:solidFill>
                <a:latin typeface="Aptos"/>
                <a:ea typeface="Aptos"/>
                <a:cs typeface="Aptos"/>
              </a:defRPr>
            </a:pPr>
            <a:r>
              <a:rPr sz="1650" b="0">
                <a:solidFill>
                  <a:srgbClr val="FFFFFF"/>
                </a:solidFill>
                <a:latin typeface="Aptos"/>
                <a:ea typeface="Aptos"/>
                <a:cs typeface="Aptos"/>
              </a:rPr>
              <a:t>Implement established methods. Modify cycle features. Measure the effect.</a:t>
            </a:r>
          </a:p>
        </p:txBody>
      </p:sp>
      <p:sp>
        <p:nvSpPr>
          <p:cNvPr id="21" name="">
            <a:extLst xmlns:a="http://schemas.openxmlformats.org/drawingml/2006/main">
              <a:ext uri="{FF2B5EF4-FFF2-40B4-BE49-F238E27FC236}">
                <a16:creationId xmlns:a16="http://schemas.microsoft.com/office/drawing/2014/main" id="{18780A83-40E3-47D7-B4D3-CA725A49F84E}"/>
              </a:ext>
            </a:extLst>
          </p:cNvPr>
          <p:cNvSpPr>
            <a:spLocks xmlns:a="http://schemas.openxmlformats.org/drawingml/2006/main" noGrp="1"/>
          </p:cNvSpPr>
          <p:nvPr/>
        </p:nvSpPr>
        <p:spPr>
          <a:xfrm xmlns:a="http://schemas.openxmlformats.org/drawingml/2006/main">
            <a:off x="723900" y="590550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AFC1D0"/>
                </a:solidFill>
                <a:latin typeface="Aptos"/>
                <a:ea typeface="Aptos"/>
                <a:cs typeface="Aptos"/>
              </a:defRPr>
            </a:defPPr>
          </a:lstStyle>
          <a:p xmlns:a="http://schemas.openxmlformats.org/drawingml/2006/main">
            <a:pPr algn="l">
              <a:buNone/>
              <a:defRPr sz="1200" b="1">
                <a:solidFill>
                  <a:srgbClr val="AFC1D0"/>
                </a:solidFill>
                <a:latin typeface="Aptos"/>
                <a:ea typeface="Aptos"/>
                <a:cs typeface="Aptos"/>
              </a:defRPr>
            </a:pPr>
            <a:r>
              <a:rPr sz="1200" b="1">
                <a:solidFill>
                  <a:srgbClr val="AFC1D0"/>
                </a:solidFill>
                <a:latin typeface="Aptos"/>
                <a:ea typeface="Aptos"/>
                <a:cs typeface="Aptos"/>
              </a:rPr>
              <a:t>WL  ·  P-WL  ·  P-WL-C  ·  λ weighting  ·  Binary cycles</a:t>
            </a:r>
          </a:p>
        </p:txBody>
      </p:sp>
      <p:sp>
        <p:nvSpPr>
          <p:cNvPr id="22" name="">
            <a:extLst xmlns:a="http://schemas.openxmlformats.org/drawingml/2006/main">
              <a:ext uri="{FF2B5EF4-FFF2-40B4-BE49-F238E27FC236}">
                <a16:creationId xmlns:a16="http://schemas.microsoft.com/office/drawing/2014/main" id="{35FE70A8-10CA-4C86-B6E2-428E028552D5}"/>
              </a:ext>
            </a:extLst>
          </p:cNvPr>
          <p:cNvSpPr>
            <a:spLocks xmlns:a="http://schemas.openxmlformats.org/drawingml/2006/main" noGrp="1"/>
          </p:cNvSpPr>
          <p:nvPr/>
        </p:nvSpPr>
        <p:spPr>
          <a:xfrm xmlns:a="http://schemas.openxmlformats.org/drawingml/2006/main">
            <a:off x="10934700" y="63246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AFC1D0"/>
                </a:solidFill>
                <a:latin typeface="Aptos"/>
                <a:ea typeface="Aptos"/>
                <a:cs typeface="Aptos"/>
              </a:defRPr>
            </a:defPPr>
          </a:lstStyle>
          <a:p xmlns:a="http://schemas.openxmlformats.org/drawingml/2006/main">
            <a:pPr algn="r">
              <a:buNone/>
              <a:defRPr sz="975" b="1">
                <a:solidFill>
                  <a:srgbClr val="AFC1D0"/>
                </a:solidFill>
                <a:latin typeface="Aptos"/>
                <a:ea typeface="Aptos"/>
                <a:cs typeface="Aptos"/>
              </a:defRPr>
            </a:pPr>
            <a:r>
              <a:rPr sz="975" b="1">
                <a:solidFill>
                  <a:srgbClr val="AFC1D0"/>
                </a:solidFill>
                <a:latin typeface="Aptos"/>
                <a:ea typeface="Aptos"/>
                <a:cs typeface="Aptos"/>
              </a:rPr>
              <a:t>01 / 17</a:t>
            </a:r>
          </a:p>
        </p:txBody>
      </p:sp>
    </p:spTree>
    <p:extLst>
      <p:ext uri="{BB962C8B-B14F-4D97-AF65-F5344CB8AC3E}">
        <p14:creationId xmlns:p14="http://schemas.microsoft.com/office/powerpoint/2010/main" val="1542576495"/>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9385FCE-D5C0-4C80-B7D7-82A11107C0B9}"/>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Graph structure carries more than node counts</a:t>
            </a:r>
          </a:p>
        </p:txBody>
      </p:sp>
      <p:sp>
        <p:nvSpPr>
          <p:cNvPr id="2" name="">
            <a:extLst xmlns:a="http://schemas.openxmlformats.org/drawingml/2006/main">
              <a:ext uri="{FF2B5EF4-FFF2-40B4-BE49-F238E27FC236}">
                <a16:creationId xmlns:a16="http://schemas.microsoft.com/office/drawing/2014/main" id="{40489C8E-845D-4B0F-A6A1-7DB4BCA12963}"/>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Local neighborhoods can hide global topology</a:t>
            </a:r>
          </a:p>
        </p:txBody>
      </p:sp>
      <p:sp>
        <p:nvSpPr>
          <p:cNvPr id="3" name="">
            <a:extLst xmlns:a="http://schemas.openxmlformats.org/drawingml/2006/main">
              <a:ext uri="{FF2B5EF4-FFF2-40B4-BE49-F238E27FC236}">
                <a16:creationId xmlns:a16="http://schemas.microsoft.com/office/drawing/2014/main" id="{BEF2D82A-CC01-44D3-A546-10AF6C9BC74C}"/>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D165F31-30A6-47E8-BEA9-AA94802F1E50}"/>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MOTIVATION</a:t>
            </a:r>
          </a:p>
        </p:txBody>
      </p:sp>
      <p:sp>
        <p:nvSpPr>
          <p:cNvPr id="5" name="">
            <a:extLst xmlns:a="http://schemas.openxmlformats.org/drawingml/2006/main">
              <a:ext uri="{FF2B5EF4-FFF2-40B4-BE49-F238E27FC236}">
                <a16:creationId xmlns:a16="http://schemas.microsoft.com/office/drawing/2014/main" id="{BB050607-6F93-4D9C-A0ED-3036DAA344DD}"/>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82FA3DCB-7BBA-42A6-B370-E35F3088548C}"/>
              </a:ext>
            </a:extLst>
          </p:cNvPr>
          <p:cNvSpPr>
            <a:spLocks xmlns:a="http://schemas.openxmlformats.org/drawingml/2006/main" noGrp="1"/>
          </p:cNvSpPr>
          <p:nvPr/>
        </p:nvSpPr>
        <p:spPr>
          <a:xfrm xmlns:a="http://schemas.openxmlformats.org/drawingml/2006/main">
            <a:off x="666750" y="13906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UNIFORM SIX-CYCLE</a:t>
            </a:r>
          </a:p>
        </p:txBody>
      </p:sp>
      <p:sp>
        <p:nvSpPr>
          <p:cNvPr id="7" name="">
            <a:extLst xmlns:a="http://schemas.openxmlformats.org/drawingml/2006/main">
              <a:ext uri="{FF2B5EF4-FFF2-40B4-BE49-F238E27FC236}">
                <a16:creationId xmlns:a16="http://schemas.microsoft.com/office/drawing/2014/main" id="{CB905060-18E7-45A5-9C28-A06124755C26}"/>
              </a:ext>
            </a:extLst>
          </p:cNvPr>
          <p:cNvSpPr>
            <a:spLocks xmlns:a="http://schemas.openxmlformats.org/drawingml/2006/main" noGrp="1"/>
          </p:cNvSpPr>
          <p:nvPr/>
        </p:nvSpPr>
        <p:spPr>
          <a:xfrm xmlns:a="http://schemas.openxmlformats.org/drawingml/2006/main">
            <a:off x="6429375" y="13906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2644A"/>
                </a:solidFill>
                <a:latin typeface="Aptos"/>
                <a:ea typeface="Aptos"/>
                <a:cs typeface="Aptos"/>
              </a:defRPr>
            </a:defPPr>
          </a:lstStyle>
          <a:p xmlns:a="http://schemas.openxmlformats.org/drawingml/2006/main">
            <a:pPr algn="l">
              <a:buNone/>
              <a:defRPr sz="975" b="1">
                <a:solidFill>
                  <a:srgbClr val="D2644A"/>
                </a:solidFill>
                <a:latin typeface="Aptos"/>
                <a:ea typeface="Aptos"/>
                <a:cs typeface="Aptos"/>
              </a:defRPr>
            </a:pPr>
            <a:r>
              <a:rPr sz="975" b="1">
                <a:solidFill>
                  <a:srgbClr val="D2644A"/>
                </a:solidFill>
                <a:latin typeface="Aptos"/>
                <a:ea typeface="Aptos"/>
                <a:cs typeface="Aptos"/>
              </a:rPr>
              <a:t>TWO DISJOINT TRIANGLES</a:t>
            </a:r>
          </a:p>
        </p:txBody>
      </p:sp>
      <p:sp>
        <p:nvSpPr>
          <p:cNvPr id="8" name="">
            <a:extLst xmlns:a="http://schemas.openxmlformats.org/drawingml/2006/main">
              <a:ext uri="{FF2B5EF4-FFF2-40B4-BE49-F238E27FC236}">
                <a16:creationId xmlns:a16="http://schemas.microsoft.com/office/drawing/2014/main" id="{EA4634C3-C687-476E-B30C-2AB59702638B}"/>
              </a:ext>
            </a:extLst>
          </p:cNvPr>
          <p:cNvSpPr>
            <a:spLocks xmlns:a="http://schemas.openxmlformats.org/drawingml/2006/main" noGrp="1"/>
          </p:cNvSpPr>
          <p:nvPr/>
        </p:nvSpPr>
        <p:spPr>
          <a:xfrm xmlns:a="http://schemas.openxmlformats.org/drawingml/2006/main" rot="0">
            <a:off x="2333625" y="2171700"/>
            <a:ext cx="1000125"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A5C101-26EE-4510-853F-877CBA9B26A9}"/>
              </a:ext>
            </a:extLst>
          </p:cNvPr>
          <p:cNvSpPr>
            <a:spLocks xmlns:a="http://schemas.openxmlformats.org/drawingml/2006/main" noGrp="1"/>
          </p:cNvSpPr>
          <p:nvPr/>
        </p:nvSpPr>
        <p:spPr>
          <a:xfrm xmlns:a="http://schemas.openxmlformats.org/drawingml/2006/main" rot="3514226">
            <a:off x="3093362" y="2600325"/>
            <a:ext cx="1004650"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E2AB6C-167C-4800-B4B5-3BE240434AB9}"/>
              </a:ext>
            </a:extLst>
          </p:cNvPr>
          <p:cNvSpPr>
            <a:spLocks xmlns:a="http://schemas.openxmlformats.org/drawingml/2006/main" noGrp="1"/>
          </p:cNvSpPr>
          <p:nvPr/>
        </p:nvSpPr>
        <p:spPr>
          <a:xfrm xmlns:a="http://schemas.openxmlformats.org/drawingml/2006/main" rot="7285774">
            <a:off x="3093362" y="3457575"/>
            <a:ext cx="1004650"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BF78437-B497-4928-9104-B79221ECE0F3}"/>
              </a:ext>
            </a:extLst>
          </p:cNvPr>
          <p:cNvSpPr>
            <a:spLocks xmlns:a="http://schemas.openxmlformats.org/drawingml/2006/main" noGrp="1"/>
          </p:cNvSpPr>
          <p:nvPr/>
        </p:nvSpPr>
        <p:spPr>
          <a:xfrm xmlns:a="http://schemas.openxmlformats.org/drawingml/2006/main" rot="10800000">
            <a:off x="2333625" y="3886200"/>
            <a:ext cx="1000125"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FBC1AC-AE88-46AA-9D85-949E7DBA8CAB}"/>
              </a:ext>
            </a:extLst>
          </p:cNvPr>
          <p:cNvSpPr>
            <a:spLocks xmlns:a="http://schemas.openxmlformats.org/drawingml/2006/main" noGrp="1"/>
          </p:cNvSpPr>
          <p:nvPr/>
        </p:nvSpPr>
        <p:spPr>
          <a:xfrm xmlns:a="http://schemas.openxmlformats.org/drawingml/2006/main" rot="-7285774">
            <a:off x="1569362" y="3457575"/>
            <a:ext cx="1004650"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166A80C-EF63-405B-9747-A2F63E9AFE33}"/>
              </a:ext>
            </a:extLst>
          </p:cNvPr>
          <p:cNvSpPr>
            <a:spLocks xmlns:a="http://schemas.openxmlformats.org/drawingml/2006/main" noGrp="1"/>
          </p:cNvSpPr>
          <p:nvPr/>
        </p:nvSpPr>
        <p:spPr>
          <a:xfrm xmlns:a="http://schemas.openxmlformats.org/drawingml/2006/main" rot="-3514226">
            <a:off x="1569362" y="2600325"/>
            <a:ext cx="1004650"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C70C9DE-74CE-4F0A-A732-1BBBE1B05CD6}"/>
              </a:ext>
            </a:extLst>
          </p:cNvPr>
          <p:cNvSpPr>
            <a:spLocks xmlns:a="http://schemas.openxmlformats.org/drawingml/2006/main" noGrp="1"/>
          </p:cNvSpPr>
          <p:nvPr/>
        </p:nvSpPr>
        <p:spPr>
          <a:xfrm xmlns:a="http://schemas.openxmlformats.org/drawingml/2006/main">
            <a:off x="2124075" y="1981200"/>
            <a:ext cx="419100" cy="41910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5" name="">
            <a:extLst xmlns:a="http://schemas.openxmlformats.org/drawingml/2006/main">
              <a:ext uri="{FF2B5EF4-FFF2-40B4-BE49-F238E27FC236}">
                <a16:creationId xmlns:a16="http://schemas.microsoft.com/office/drawing/2014/main" id="{7E998C3F-9F82-456C-A168-523A4EF6669C}"/>
              </a:ext>
            </a:extLst>
          </p:cNvPr>
          <p:cNvSpPr>
            <a:spLocks xmlns:a="http://schemas.openxmlformats.org/drawingml/2006/main" noGrp="1"/>
          </p:cNvSpPr>
          <p:nvPr/>
        </p:nvSpPr>
        <p:spPr>
          <a:xfrm xmlns:a="http://schemas.openxmlformats.org/drawingml/2006/main">
            <a:off x="3124200" y="1981200"/>
            <a:ext cx="419100" cy="41910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6" name="">
            <a:extLst xmlns:a="http://schemas.openxmlformats.org/drawingml/2006/main">
              <a:ext uri="{FF2B5EF4-FFF2-40B4-BE49-F238E27FC236}">
                <a16:creationId xmlns:a16="http://schemas.microsoft.com/office/drawing/2014/main" id="{93198B48-2E3D-4909-A1F9-73DFF8FC62E0}"/>
              </a:ext>
            </a:extLst>
          </p:cNvPr>
          <p:cNvSpPr>
            <a:spLocks xmlns:a="http://schemas.openxmlformats.org/drawingml/2006/main" noGrp="1"/>
          </p:cNvSpPr>
          <p:nvPr/>
        </p:nvSpPr>
        <p:spPr>
          <a:xfrm xmlns:a="http://schemas.openxmlformats.org/drawingml/2006/main">
            <a:off x="3648075" y="2838450"/>
            <a:ext cx="419100" cy="41910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7" name="">
            <a:extLst xmlns:a="http://schemas.openxmlformats.org/drawingml/2006/main">
              <a:ext uri="{FF2B5EF4-FFF2-40B4-BE49-F238E27FC236}">
                <a16:creationId xmlns:a16="http://schemas.microsoft.com/office/drawing/2014/main" id="{680AC065-4146-4CC5-9218-059E718714B5}"/>
              </a:ext>
            </a:extLst>
          </p:cNvPr>
          <p:cNvSpPr>
            <a:spLocks xmlns:a="http://schemas.openxmlformats.org/drawingml/2006/main" noGrp="1"/>
          </p:cNvSpPr>
          <p:nvPr/>
        </p:nvSpPr>
        <p:spPr>
          <a:xfrm xmlns:a="http://schemas.openxmlformats.org/drawingml/2006/main">
            <a:off x="3124200" y="3695700"/>
            <a:ext cx="419100" cy="41910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8" name="">
            <a:extLst xmlns:a="http://schemas.openxmlformats.org/drawingml/2006/main">
              <a:ext uri="{FF2B5EF4-FFF2-40B4-BE49-F238E27FC236}">
                <a16:creationId xmlns:a16="http://schemas.microsoft.com/office/drawing/2014/main" id="{3F8193BF-09B5-4259-B23A-7A1E3B637FD9}"/>
              </a:ext>
            </a:extLst>
          </p:cNvPr>
          <p:cNvSpPr>
            <a:spLocks xmlns:a="http://schemas.openxmlformats.org/drawingml/2006/main" noGrp="1"/>
          </p:cNvSpPr>
          <p:nvPr/>
        </p:nvSpPr>
        <p:spPr>
          <a:xfrm xmlns:a="http://schemas.openxmlformats.org/drawingml/2006/main">
            <a:off x="2124075" y="3695700"/>
            <a:ext cx="419100" cy="41910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9" name="">
            <a:extLst xmlns:a="http://schemas.openxmlformats.org/drawingml/2006/main">
              <a:ext uri="{FF2B5EF4-FFF2-40B4-BE49-F238E27FC236}">
                <a16:creationId xmlns:a16="http://schemas.microsoft.com/office/drawing/2014/main" id="{F8274AB9-9504-44AB-B891-6AA8B299FF50}"/>
              </a:ext>
            </a:extLst>
          </p:cNvPr>
          <p:cNvSpPr>
            <a:spLocks xmlns:a="http://schemas.openxmlformats.org/drawingml/2006/main" noGrp="1"/>
          </p:cNvSpPr>
          <p:nvPr/>
        </p:nvSpPr>
        <p:spPr>
          <a:xfrm xmlns:a="http://schemas.openxmlformats.org/drawingml/2006/main">
            <a:off x="1600200" y="2838450"/>
            <a:ext cx="419100" cy="41910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20" name="">
            <a:extLst xmlns:a="http://schemas.openxmlformats.org/drawingml/2006/main">
              <a:ext uri="{FF2B5EF4-FFF2-40B4-BE49-F238E27FC236}">
                <a16:creationId xmlns:a16="http://schemas.microsoft.com/office/drawing/2014/main" id="{FB071413-DF13-439D-967E-0A838079FCF9}"/>
              </a:ext>
            </a:extLst>
          </p:cNvPr>
          <p:cNvSpPr>
            <a:spLocks xmlns:a="http://schemas.openxmlformats.org/drawingml/2006/main" noGrp="1"/>
          </p:cNvSpPr>
          <p:nvPr/>
        </p:nvSpPr>
        <p:spPr>
          <a:xfrm xmlns:a="http://schemas.openxmlformats.org/drawingml/2006/main" rot="2700000">
            <a:off x="7366935" y="2790825"/>
            <a:ext cx="1077631" cy="38100"/>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809CC57-A0E1-4298-97F8-673BAA02685B}"/>
              </a:ext>
            </a:extLst>
          </p:cNvPr>
          <p:cNvSpPr>
            <a:spLocks xmlns:a="http://schemas.openxmlformats.org/drawingml/2006/main" noGrp="1"/>
          </p:cNvSpPr>
          <p:nvPr/>
        </p:nvSpPr>
        <p:spPr>
          <a:xfrm xmlns:a="http://schemas.openxmlformats.org/drawingml/2006/main" rot="8100000">
            <a:off x="7366935" y="3552825"/>
            <a:ext cx="1077631" cy="38100"/>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F854F9E-FAD5-478F-8FA9-EA1394BB41AF}"/>
              </a:ext>
            </a:extLst>
          </p:cNvPr>
          <p:cNvSpPr>
            <a:spLocks xmlns:a="http://schemas.openxmlformats.org/drawingml/2006/main" noGrp="1"/>
          </p:cNvSpPr>
          <p:nvPr/>
        </p:nvSpPr>
        <p:spPr>
          <a:xfrm xmlns:a="http://schemas.openxmlformats.org/drawingml/2006/main" rot="-5400000">
            <a:off x="6762750" y="3171825"/>
            <a:ext cx="1524000" cy="38100"/>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8078548-88B7-457D-AC74-F5B363910B6D}"/>
              </a:ext>
            </a:extLst>
          </p:cNvPr>
          <p:cNvSpPr>
            <a:spLocks xmlns:a="http://schemas.openxmlformats.org/drawingml/2006/main" noGrp="1"/>
          </p:cNvSpPr>
          <p:nvPr/>
        </p:nvSpPr>
        <p:spPr>
          <a:xfrm xmlns:a="http://schemas.openxmlformats.org/drawingml/2006/main" rot="2700000">
            <a:off x="9795810" y="2790825"/>
            <a:ext cx="1077631" cy="38100"/>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41BBE2E-99C3-4E6E-AD49-44BEEC48CC88}"/>
              </a:ext>
            </a:extLst>
          </p:cNvPr>
          <p:cNvSpPr>
            <a:spLocks xmlns:a="http://schemas.openxmlformats.org/drawingml/2006/main" noGrp="1"/>
          </p:cNvSpPr>
          <p:nvPr/>
        </p:nvSpPr>
        <p:spPr>
          <a:xfrm xmlns:a="http://schemas.openxmlformats.org/drawingml/2006/main" rot="8100000">
            <a:off x="9795810" y="3552825"/>
            <a:ext cx="1077631" cy="38100"/>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21464F9-269C-40AA-AC49-800D953ACB47}"/>
              </a:ext>
            </a:extLst>
          </p:cNvPr>
          <p:cNvSpPr>
            <a:spLocks xmlns:a="http://schemas.openxmlformats.org/drawingml/2006/main" noGrp="1"/>
          </p:cNvSpPr>
          <p:nvPr/>
        </p:nvSpPr>
        <p:spPr>
          <a:xfrm xmlns:a="http://schemas.openxmlformats.org/drawingml/2006/main" rot="-5400000">
            <a:off x="9191625" y="3171825"/>
            <a:ext cx="1524000" cy="38100"/>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26A3CD7-0F19-4305-A031-137DC42528ED}"/>
              </a:ext>
            </a:extLst>
          </p:cNvPr>
          <p:cNvSpPr>
            <a:spLocks xmlns:a="http://schemas.openxmlformats.org/drawingml/2006/main" noGrp="1"/>
          </p:cNvSpPr>
          <p:nvPr/>
        </p:nvSpPr>
        <p:spPr>
          <a:xfrm xmlns:a="http://schemas.openxmlformats.org/drawingml/2006/main">
            <a:off x="7315200" y="2219325"/>
            <a:ext cx="419100" cy="419100"/>
          </a:xfrm>
          <a:prstGeom xmlns:a="http://schemas.openxmlformats.org/drawingml/2006/main" prst="ellipse">
            <a:avLst/>
          </a:prstGeom>
          <a:solidFill xmlns:a="http://schemas.openxmlformats.org/drawingml/2006/main">
            <a:srgbClr val="F7E3DD"/>
          </a:solidFill>
          <a:ln xmlns:a="http://schemas.openxmlformats.org/drawingml/2006/main" w="28575">
            <a:solidFill>
              <a:srgbClr val="183652"/>
            </a:solidFill>
            <a:prstDash val="solid"/>
          </a:ln>
        </p:spPr>
      </p:sp>
      <p:sp>
        <p:nvSpPr>
          <p:cNvPr id="27" name="">
            <a:extLst xmlns:a="http://schemas.openxmlformats.org/drawingml/2006/main">
              <a:ext uri="{FF2B5EF4-FFF2-40B4-BE49-F238E27FC236}">
                <a16:creationId xmlns:a16="http://schemas.microsoft.com/office/drawing/2014/main" id="{1A5E6561-DDA0-4BB7-BDE5-B25AA632B219}"/>
              </a:ext>
            </a:extLst>
          </p:cNvPr>
          <p:cNvSpPr>
            <a:spLocks xmlns:a="http://schemas.openxmlformats.org/drawingml/2006/main" noGrp="1"/>
          </p:cNvSpPr>
          <p:nvPr/>
        </p:nvSpPr>
        <p:spPr>
          <a:xfrm xmlns:a="http://schemas.openxmlformats.org/drawingml/2006/main">
            <a:off x="8077200" y="2981325"/>
            <a:ext cx="419100" cy="419100"/>
          </a:xfrm>
          <a:prstGeom xmlns:a="http://schemas.openxmlformats.org/drawingml/2006/main" prst="ellipse">
            <a:avLst/>
          </a:prstGeom>
          <a:solidFill xmlns:a="http://schemas.openxmlformats.org/drawingml/2006/main">
            <a:srgbClr val="F7E3DD"/>
          </a:solidFill>
          <a:ln xmlns:a="http://schemas.openxmlformats.org/drawingml/2006/main" w="28575">
            <a:solidFill>
              <a:srgbClr val="183652"/>
            </a:solidFill>
            <a:prstDash val="solid"/>
          </a:ln>
        </p:spPr>
      </p:sp>
      <p:sp>
        <p:nvSpPr>
          <p:cNvPr id="28" name="">
            <a:extLst xmlns:a="http://schemas.openxmlformats.org/drawingml/2006/main">
              <a:ext uri="{FF2B5EF4-FFF2-40B4-BE49-F238E27FC236}">
                <a16:creationId xmlns:a16="http://schemas.microsoft.com/office/drawing/2014/main" id="{C7960D20-4CB7-46A2-B79A-B8BB913094D8}"/>
              </a:ext>
            </a:extLst>
          </p:cNvPr>
          <p:cNvSpPr>
            <a:spLocks xmlns:a="http://schemas.openxmlformats.org/drawingml/2006/main" noGrp="1"/>
          </p:cNvSpPr>
          <p:nvPr/>
        </p:nvSpPr>
        <p:spPr>
          <a:xfrm xmlns:a="http://schemas.openxmlformats.org/drawingml/2006/main">
            <a:off x="7315200" y="3743325"/>
            <a:ext cx="419100" cy="419100"/>
          </a:xfrm>
          <a:prstGeom xmlns:a="http://schemas.openxmlformats.org/drawingml/2006/main" prst="ellipse">
            <a:avLst/>
          </a:prstGeom>
          <a:solidFill xmlns:a="http://schemas.openxmlformats.org/drawingml/2006/main">
            <a:srgbClr val="F7E3DD"/>
          </a:solidFill>
          <a:ln xmlns:a="http://schemas.openxmlformats.org/drawingml/2006/main" w="28575">
            <a:solidFill>
              <a:srgbClr val="183652"/>
            </a:solidFill>
            <a:prstDash val="solid"/>
          </a:ln>
        </p:spPr>
      </p:sp>
      <p:sp>
        <p:nvSpPr>
          <p:cNvPr id="29" name="">
            <a:extLst xmlns:a="http://schemas.openxmlformats.org/drawingml/2006/main">
              <a:ext uri="{FF2B5EF4-FFF2-40B4-BE49-F238E27FC236}">
                <a16:creationId xmlns:a16="http://schemas.microsoft.com/office/drawing/2014/main" id="{D562BB1C-90D7-4279-8036-97ABF82CD2E5}"/>
              </a:ext>
            </a:extLst>
          </p:cNvPr>
          <p:cNvSpPr>
            <a:spLocks xmlns:a="http://schemas.openxmlformats.org/drawingml/2006/main" noGrp="1"/>
          </p:cNvSpPr>
          <p:nvPr/>
        </p:nvSpPr>
        <p:spPr>
          <a:xfrm xmlns:a="http://schemas.openxmlformats.org/drawingml/2006/main">
            <a:off x="9744075" y="2219325"/>
            <a:ext cx="419100" cy="419100"/>
          </a:xfrm>
          <a:prstGeom xmlns:a="http://schemas.openxmlformats.org/drawingml/2006/main" prst="ellipse">
            <a:avLst/>
          </a:prstGeom>
          <a:solidFill xmlns:a="http://schemas.openxmlformats.org/drawingml/2006/main">
            <a:srgbClr val="F7E3DD"/>
          </a:solidFill>
          <a:ln xmlns:a="http://schemas.openxmlformats.org/drawingml/2006/main" w="28575">
            <a:solidFill>
              <a:srgbClr val="183652"/>
            </a:solidFill>
            <a:prstDash val="solid"/>
          </a:ln>
        </p:spPr>
      </p:sp>
      <p:sp>
        <p:nvSpPr>
          <p:cNvPr id="30" name="">
            <a:extLst xmlns:a="http://schemas.openxmlformats.org/drawingml/2006/main">
              <a:ext uri="{FF2B5EF4-FFF2-40B4-BE49-F238E27FC236}">
                <a16:creationId xmlns:a16="http://schemas.microsoft.com/office/drawing/2014/main" id="{FB87D15F-9E5B-4381-98F5-1F1F9BACF2B8}"/>
              </a:ext>
            </a:extLst>
          </p:cNvPr>
          <p:cNvSpPr>
            <a:spLocks xmlns:a="http://schemas.openxmlformats.org/drawingml/2006/main" noGrp="1"/>
          </p:cNvSpPr>
          <p:nvPr/>
        </p:nvSpPr>
        <p:spPr>
          <a:xfrm xmlns:a="http://schemas.openxmlformats.org/drawingml/2006/main">
            <a:off x="10506075" y="2981325"/>
            <a:ext cx="419100" cy="419100"/>
          </a:xfrm>
          <a:prstGeom xmlns:a="http://schemas.openxmlformats.org/drawingml/2006/main" prst="ellipse">
            <a:avLst/>
          </a:prstGeom>
          <a:solidFill xmlns:a="http://schemas.openxmlformats.org/drawingml/2006/main">
            <a:srgbClr val="F7E3DD"/>
          </a:solidFill>
          <a:ln xmlns:a="http://schemas.openxmlformats.org/drawingml/2006/main" w="28575">
            <a:solidFill>
              <a:srgbClr val="183652"/>
            </a:solidFill>
            <a:prstDash val="solid"/>
          </a:ln>
        </p:spPr>
      </p:sp>
      <p:sp>
        <p:nvSpPr>
          <p:cNvPr id="31" name="">
            <a:extLst xmlns:a="http://schemas.openxmlformats.org/drawingml/2006/main">
              <a:ext uri="{FF2B5EF4-FFF2-40B4-BE49-F238E27FC236}">
                <a16:creationId xmlns:a16="http://schemas.microsoft.com/office/drawing/2014/main" id="{435B5C88-CE70-468D-893D-A6A7E08D8BC3}"/>
              </a:ext>
            </a:extLst>
          </p:cNvPr>
          <p:cNvSpPr>
            <a:spLocks xmlns:a="http://schemas.openxmlformats.org/drawingml/2006/main" noGrp="1"/>
          </p:cNvSpPr>
          <p:nvPr/>
        </p:nvSpPr>
        <p:spPr>
          <a:xfrm xmlns:a="http://schemas.openxmlformats.org/drawingml/2006/main">
            <a:off x="9744075" y="3743325"/>
            <a:ext cx="419100" cy="419100"/>
          </a:xfrm>
          <a:prstGeom xmlns:a="http://schemas.openxmlformats.org/drawingml/2006/main" prst="ellipse">
            <a:avLst/>
          </a:prstGeom>
          <a:solidFill xmlns:a="http://schemas.openxmlformats.org/drawingml/2006/main">
            <a:srgbClr val="F7E3DD"/>
          </a:solidFill>
          <a:ln xmlns:a="http://schemas.openxmlformats.org/drawingml/2006/main" w="28575">
            <a:solidFill>
              <a:srgbClr val="183652"/>
            </a:solidFill>
            <a:prstDash val="solid"/>
          </a:ln>
        </p:spPr>
      </p:sp>
      <p:sp>
        <p:nvSpPr>
          <p:cNvPr id="32" name="">
            <a:extLst xmlns:a="http://schemas.openxmlformats.org/drawingml/2006/main">
              <a:ext uri="{FF2B5EF4-FFF2-40B4-BE49-F238E27FC236}">
                <a16:creationId xmlns:a16="http://schemas.microsoft.com/office/drawing/2014/main" id="{5D86A47F-1068-42FC-837A-9BF63A12CBE1}"/>
              </a:ext>
            </a:extLst>
          </p:cNvPr>
          <p:cNvSpPr>
            <a:spLocks xmlns:a="http://schemas.openxmlformats.org/drawingml/2006/main" noGrp="1"/>
          </p:cNvSpPr>
          <p:nvPr/>
        </p:nvSpPr>
        <p:spPr>
          <a:xfrm xmlns:a="http://schemas.openxmlformats.org/drawingml/2006/main">
            <a:off x="990600" y="4410075"/>
            <a:ext cx="361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22238"/>
                </a:solidFill>
                <a:latin typeface="Aptos"/>
                <a:ea typeface="Aptos"/>
                <a:cs typeface="Aptos"/>
              </a:defRPr>
            </a:defPPr>
          </a:lstStyle>
          <a:p xmlns:a="http://schemas.openxmlformats.org/drawingml/2006/main">
            <a:pPr algn="ctr">
              <a:buNone/>
              <a:defRPr sz="1500" b="1">
                <a:solidFill>
                  <a:srgbClr val="122238"/>
                </a:solidFill>
                <a:latin typeface="Aptos"/>
                <a:ea typeface="Aptos"/>
                <a:cs typeface="Aptos"/>
              </a:defRPr>
            </a:pPr>
            <a:r>
              <a:rPr sz="1500" b="1">
                <a:solidFill>
                  <a:srgbClr val="122238"/>
                </a:solidFill>
                <a:latin typeface="Aptos"/>
                <a:ea typeface="Aptos"/>
                <a:cs typeface="Aptos"/>
              </a:rPr>
              <a:t>Same degree and uniform labels</a:t>
            </a:r>
          </a:p>
        </p:txBody>
      </p:sp>
      <p:sp>
        <p:nvSpPr>
          <p:cNvPr id="33" name="">
            <a:extLst xmlns:a="http://schemas.openxmlformats.org/drawingml/2006/main">
              <a:ext uri="{FF2B5EF4-FFF2-40B4-BE49-F238E27FC236}">
                <a16:creationId xmlns:a16="http://schemas.microsoft.com/office/drawing/2014/main" id="{3CD5CF35-85B5-4EEC-9D71-4B06455E1411}"/>
              </a:ext>
            </a:extLst>
          </p:cNvPr>
          <p:cNvSpPr>
            <a:spLocks xmlns:a="http://schemas.openxmlformats.org/drawingml/2006/main" noGrp="1"/>
          </p:cNvSpPr>
          <p:nvPr/>
        </p:nvSpPr>
        <p:spPr>
          <a:xfrm xmlns:a="http://schemas.openxmlformats.org/drawingml/2006/main">
            <a:off x="6667500" y="4410075"/>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22238"/>
                </a:solidFill>
                <a:latin typeface="Aptos"/>
                <a:ea typeface="Aptos"/>
                <a:cs typeface="Aptos"/>
              </a:defRPr>
            </a:defPPr>
          </a:lstStyle>
          <a:p xmlns:a="http://schemas.openxmlformats.org/drawingml/2006/main">
            <a:pPr algn="ctr">
              <a:buNone/>
              <a:defRPr sz="1500" b="1">
                <a:solidFill>
                  <a:srgbClr val="122238"/>
                </a:solidFill>
                <a:latin typeface="Aptos"/>
                <a:ea typeface="Aptos"/>
                <a:cs typeface="Aptos"/>
              </a:defRPr>
            </a:pPr>
            <a:r>
              <a:rPr sz="1500" b="1">
                <a:solidFill>
                  <a:srgbClr val="122238"/>
                </a:solidFill>
                <a:latin typeface="Aptos"/>
                <a:ea typeface="Aptos"/>
                <a:cs typeface="Aptos"/>
              </a:rPr>
              <a:t>Different component and cycle counts</a:t>
            </a:r>
          </a:p>
        </p:txBody>
      </p:sp>
      <p:sp>
        <p:nvSpPr>
          <p:cNvPr id="34" name="">
            <a:extLst xmlns:a="http://schemas.openxmlformats.org/drawingml/2006/main">
              <a:ext uri="{FF2B5EF4-FFF2-40B4-BE49-F238E27FC236}">
                <a16:creationId xmlns:a16="http://schemas.microsoft.com/office/drawing/2014/main" id="{2767F27C-0849-4EF0-BF35-7B5328C4DEBB}"/>
              </a:ext>
            </a:extLst>
          </p:cNvPr>
          <p:cNvSpPr>
            <a:spLocks xmlns:a="http://schemas.openxmlformats.org/drawingml/2006/main" noGrp="1"/>
          </p:cNvSpPr>
          <p:nvPr/>
        </p:nvSpPr>
        <p:spPr>
          <a:xfrm xmlns:a="http://schemas.openxmlformats.org/drawingml/2006/main">
            <a:off x="1695450" y="5124450"/>
            <a:ext cx="8810625" cy="685800"/>
          </a:xfrm>
          <a:prstGeom xmlns:a="http://schemas.openxmlformats.org/drawingml/2006/main" prst="roundRect">
            <a:avLst>
              <a:gd name="adj" fmla="val 11111"/>
            </a:avLst>
          </a:prstGeom>
          <a:solidFill xmlns:a="http://schemas.openxmlformats.org/drawingml/2006/main">
            <a:srgbClr val="10243B"/>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C28D39C-CA9F-46EB-93BA-A143104CF1C7}"/>
              </a:ext>
            </a:extLst>
          </p:cNvPr>
          <p:cNvSpPr>
            <a:spLocks xmlns:a="http://schemas.openxmlformats.org/drawingml/2006/main" noGrp="1"/>
          </p:cNvSpPr>
          <p:nvPr/>
        </p:nvSpPr>
        <p:spPr>
          <a:xfrm xmlns:a="http://schemas.openxmlformats.org/drawingml/2006/main">
            <a:off x="1981200" y="5257800"/>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FFFFF"/>
                </a:solidFill>
                <a:latin typeface="Aptos"/>
                <a:ea typeface="Aptos"/>
                <a:cs typeface="Aptos"/>
              </a:defRPr>
            </a:defPPr>
          </a:lstStyle>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Question: do persistence and cycle features change graph classification?</a:t>
            </a:r>
          </a:p>
        </p:txBody>
      </p:sp>
    </p:spTree>
    <p:extLst>
      <p:ext uri="{BB962C8B-B14F-4D97-AF65-F5344CB8AC3E}">
        <p14:creationId xmlns:p14="http://schemas.microsoft.com/office/powerpoint/2010/main" val="1459620984"/>
      </p:ext>
    </p:extLst>
  </p:cSld>
</p:sld>
</file>

<file path=ppt/slides/slide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1753E6BF-9B6F-4570-B5B0-2606F975149D}"/>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Two molecular benchmarks</a:t>
            </a:r>
          </a:p>
        </p:txBody>
      </p:sp>
      <p:sp>
        <p:nvSpPr>
          <p:cNvPr id="2" name="">
            <a:extLst xmlns:a="http://schemas.openxmlformats.org/drawingml/2006/main">
              <a:ext uri="{FF2B5EF4-FFF2-40B4-BE49-F238E27FC236}">
                <a16:creationId xmlns:a16="http://schemas.microsoft.com/office/drawing/2014/main" id="{AD0CB678-8666-4BA8-A69B-B9B005BFE130}"/>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MUTAG is primary; PTC-MR provides supplementary evidence</a:t>
            </a:r>
          </a:p>
        </p:txBody>
      </p:sp>
      <p:sp>
        <p:nvSpPr>
          <p:cNvPr id="3" name="">
            <a:extLst xmlns:a="http://schemas.openxmlformats.org/drawingml/2006/main">
              <a:ext uri="{FF2B5EF4-FFF2-40B4-BE49-F238E27FC236}">
                <a16:creationId xmlns:a16="http://schemas.microsoft.com/office/drawing/2014/main" id="{E707404F-7EC9-4188-91F6-AF75285718E4}"/>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7A88DA-A844-46D8-A35E-30C44965F99E}"/>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DATA</a:t>
            </a:r>
          </a:p>
        </p:txBody>
      </p:sp>
      <p:sp>
        <p:nvSpPr>
          <p:cNvPr id="5" name="">
            <a:extLst xmlns:a="http://schemas.openxmlformats.org/drawingml/2006/main">
              <a:ext uri="{FF2B5EF4-FFF2-40B4-BE49-F238E27FC236}">
                <a16:creationId xmlns:a16="http://schemas.microsoft.com/office/drawing/2014/main" id="{B0CD517C-AD53-482E-8571-3AC99858DA22}"/>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2A42F382-984A-42E8-AB0B-2C1E0F09AD95}"/>
              </a:ext>
            </a:extLst>
          </p:cNvPr>
          <p:cNvSpPr>
            <a:spLocks xmlns:a="http://schemas.openxmlformats.org/drawingml/2006/main" noGrp="1"/>
          </p:cNvSpPr>
          <p:nvPr/>
        </p:nvSpPr>
        <p:spPr>
          <a:xfrm xmlns:a="http://schemas.openxmlformats.org/drawingml/2006/main">
            <a:off x="619125" y="1524000"/>
            <a:ext cx="1428750" cy="590550"/>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7" name="">
            <a:extLst xmlns:a="http://schemas.openxmlformats.org/drawingml/2006/main">
              <a:ext uri="{FF2B5EF4-FFF2-40B4-BE49-F238E27FC236}">
                <a16:creationId xmlns:a16="http://schemas.microsoft.com/office/drawing/2014/main" id="{B8548452-6E8B-4922-8117-994C3FE3597E}"/>
              </a:ext>
            </a:extLst>
          </p:cNvPr>
          <p:cNvSpPr>
            <a:spLocks xmlns:a="http://schemas.openxmlformats.org/drawingml/2006/main" noGrp="1"/>
          </p:cNvSpPr>
          <p:nvPr/>
        </p:nvSpPr>
        <p:spPr>
          <a:xfrm xmlns:a="http://schemas.openxmlformats.org/drawingml/2006/main">
            <a:off x="714375" y="15430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FFFFF"/>
                </a:solidFill>
                <a:latin typeface="Aptos"/>
                <a:ea typeface="Aptos"/>
                <a:cs typeface="Aptos"/>
              </a:defRPr>
            </a:defPPr>
          </a:lstStyle>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Dataset</a:t>
            </a:r>
          </a:p>
        </p:txBody>
      </p:sp>
      <p:sp>
        <p:nvSpPr>
          <p:cNvPr id="8" name="">
            <a:extLst xmlns:a="http://schemas.openxmlformats.org/drawingml/2006/main">
              <a:ext uri="{FF2B5EF4-FFF2-40B4-BE49-F238E27FC236}">
                <a16:creationId xmlns:a16="http://schemas.microsoft.com/office/drawing/2014/main" id="{C9ACAD83-12E7-4AB2-98CF-F20BECBE58AB}"/>
              </a:ext>
            </a:extLst>
          </p:cNvPr>
          <p:cNvSpPr>
            <a:spLocks xmlns:a="http://schemas.openxmlformats.org/drawingml/2006/main" noGrp="1"/>
          </p:cNvSpPr>
          <p:nvPr/>
        </p:nvSpPr>
        <p:spPr>
          <a:xfrm xmlns:a="http://schemas.openxmlformats.org/drawingml/2006/main">
            <a:off x="2047875" y="1524000"/>
            <a:ext cx="1333500" cy="590550"/>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9" name="">
            <a:extLst xmlns:a="http://schemas.openxmlformats.org/drawingml/2006/main">
              <a:ext uri="{FF2B5EF4-FFF2-40B4-BE49-F238E27FC236}">
                <a16:creationId xmlns:a16="http://schemas.microsoft.com/office/drawing/2014/main" id="{66DBCE2A-F84A-478D-BC95-298D6AFADEB7}"/>
              </a:ext>
            </a:extLst>
          </p:cNvPr>
          <p:cNvSpPr>
            <a:spLocks xmlns:a="http://schemas.openxmlformats.org/drawingml/2006/main" noGrp="1"/>
          </p:cNvSpPr>
          <p:nvPr/>
        </p:nvSpPr>
        <p:spPr>
          <a:xfrm xmlns:a="http://schemas.openxmlformats.org/drawingml/2006/main">
            <a:off x="2143125" y="1543050"/>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Graphs /</a:t>
            </a:r>
          </a:p>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classes</a:t>
            </a:r>
          </a:p>
        </p:txBody>
      </p:sp>
      <p:sp>
        <p:nvSpPr>
          <p:cNvPr id="10" name="">
            <a:extLst xmlns:a="http://schemas.openxmlformats.org/drawingml/2006/main">
              <a:ext uri="{FF2B5EF4-FFF2-40B4-BE49-F238E27FC236}">
                <a16:creationId xmlns:a16="http://schemas.microsoft.com/office/drawing/2014/main" id="{E36101CE-D255-41B7-BD47-FF4AAA710284}"/>
              </a:ext>
            </a:extLst>
          </p:cNvPr>
          <p:cNvSpPr>
            <a:spLocks xmlns:a="http://schemas.openxmlformats.org/drawingml/2006/main" noGrp="1"/>
          </p:cNvSpPr>
          <p:nvPr/>
        </p:nvSpPr>
        <p:spPr>
          <a:xfrm xmlns:a="http://schemas.openxmlformats.org/drawingml/2006/main">
            <a:off x="3381375" y="1524000"/>
            <a:ext cx="1571625" cy="590550"/>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11" name="">
            <a:extLst xmlns:a="http://schemas.openxmlformats.org/drawingml/2006/main">
              <a:ext uri="{FF2B5EF4-FFF2-40B4-BE49-F238E27FC236}">
                <a16:creationId xmlns:a16="http://schemas.microsoft.com/office/drawing/2014/main" id="{910C5422-6644-48EA-89D1-B14CB2014947}"/>
              </a:ext>
            </a:extLst>
          </p:cNvPr>
          <p:cNvSpPr>
            <a:spLocks xmlns:a="http://schemas.openxmlformats.org/drawingml/2006/main" noGrp="1"/>
          </p:cNvSpPr>
          <p:nvPr/>
        </p:nvSpPr>
        <p:spPr>
          <a:xfrm xmlns:a="http://schemas.openxmlformats.org/drawingml/2006/main">
            <a:off x="3476625" y="15430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Class counts</a:t>
            </a:r>
          </a:p>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 +1)</a:t>
            </a:r>
          </a:p>
        </p:txBody>
      </p:sp>
      <p:sp>
        <p:nvSpPr>
          <p:cNvPr id="12" name="">
            <a:extLst xmlns:a="http://schemas.openxmlformats.org/drawingml/2006/main">
              <a:ext uri="{FF2B5EF4-FFF2-40B4-BE49-F238E27FC236}">
                <a16:creationId xmlns:a16="http://schemas.microsoft.com/office/drawing/2014/main" id="{DDD1A204-3EB2-46D1-A280-2804DED6F651}"/>
              </a:ext>
            </a:extLst>
          </p:cNvPr>
          <p:cNvSpPr>
            <a:spLocks xmlns:a="http://schemas.openxmlformats.org/drawingml/2006/main" noGrp="1"/>
          </p:cNvSpPr>
          <p:nvPr/>
        </p:nvSpPr>
        <p:spPr>
          <a:xfrm xmlns:a="http://schemas.openxmlformats.org/drawingml/2006/main">
            <a:off x="4953000" y="1524000"/>
            <a:ext cx="1571625" cy="590550"/>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13" name="">
            <a:extLst xmlns:a="http://schemas.openxmlformats.org/drawingml/2006/main">
              <a:ext uri="{FF2B5EF4-FFF2-40B4-BE49-F238E27FC236}">
                <a16:creationId xmlns:a16="http://schemas.microsoft.com/office/drawing/2014/main" id="{7D1B1B33-ACB1-437A-8B89-718BAB290662}"/>
              </a:ext>
            </a:extLst>
          </p:cNvPr>
          <p:cNvSpPr>
            <a:spLocks xmlns:a="http://schemas.openxmlformats.org/drawingml/2006/main" noGrp="1"/>
          </p:cNvSpPr>
          <p:nvPr/>
        </p:nvSpPr>
        <p:spPr>
          <a:xfrm xmlns:a="http://schemas.openxmlformats.org/drawingml/2006/main">
            <a:off x="5048250" y="15430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Nodes /</a:t>
            </a:r>
          </a:p>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edges</a:t>
            </a:r>
          </a:p>
        </p:txBody>
      </p:sp>
      <p:sp>
        <p:nvSpPr>
          <p:cNvPr id="14" name="">
            <a:extLst xmlns:a="http://schemas.openxmlformats.org/drawingml/2006/main">
              <a:ext uri="{FF2B5EF4-FFF2-40B4-BE49-F238E27FC236}">
                <a16:creationId xmlns:a16="http://schemas.microsoft.com/office/drawing/2014/main" id="{9283E14E-19A9-4DEA-B7E9-055F3B00B7AE}"/>
              </a:ext>
            </a:extLst>
          </p:cNvPr>
          <p:cNvSpPr>
            <a:spLocks xmlns:a="http://schemas.openxmlformats.org/drawingml/2006/main" noGrp="1"/>
          </p:cNvSpPr>
          <p:nvPr/>
        </p:nvSpPr>
        <p:spPr>
          <a:xfrm xmlns:a="http://schemas.openxmlformats.org/drawingml/2006/main">
            <a:off x="6524625" y="1524000"/>
            <a:ext cx="1619250" cy="590550"/>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15" name="">
            <a:extLst xmlns:a="http://schemas.openxmlformats.org/drawingml/2006/main">
              <a:ext uri="{FF2B5EF4-FFF2-40B4-BE49-F238E27FC236}">
                <a16:creationId xmlns:a16="http://schemas.microsoft.com/office/drawing/2014/main" id="{D3C52D17-6FF3-4FA8-B28D-9431CED7E0F9}"/>
              </a:ext>
            </a:extLst>
          </p:cNvPr>
          <p:cNvSpPr>
            <a:spLocks xmlns:a="http://schemas.openxmlformats.org/drawingml/2006/main" noGrp="1"/>
          </p:cNvSpPr>
          <p:nvPr/>
        </p:nvSpPr>
        <p:spPr>
          <a:xfrm xmlns:a="http://schemas.openxmlformats.org/drawingml/2006/main">
            <a:off x="6619875" y="15430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Atom / bond</a:t>
            </a:r>
          </a:p>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label types</a:t>
            </a:r>
          </a:p>
        </p:txBody>
      </p:sp>
      <p:sp>
        <p:nvSpPr>
          <p:cNvPr id="16" name="">
            <a:extLst xmlns:a="http://schemas.openxmlformats.org/drawingml/2006/main">
              <a:ext uri="{FF2B5EF4-FFF2-40B4-BE49-F238E27FC236}">
                <a16:creationId xmlns:a16="http://schemas.microsoft.com/office/drawing/2014/main" id="{DD372846-0B26-4D26-B6A0-0A18648BD116}"/>
              </a:ext>
            </a:extLst>
          </p:cNvPr>
          <p:cNvSpPr>
            <a:spLocks xmlns:a="http://schemas.openxmlformats.org/drawingml/2006/main" noGrp="1"/>
          </p:cNvSpPr>
          <p:nvPr/>
        </p:nvSpPr>
        <p:spPr>
          <a:xfrm xmlns:a="http://schemas.openxmlformats.org/drawingml/2006/main">
            <a:off x="8143875" y="1524000"/>
            <a:ext cx="2019300" cy="590550"/>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17" name="">
            <a:extLst xmlns:a="http://schemas.openxmlformats.org/drawingml/2006/main">
              <a:ext uri="{FF2B5EF4-FFF2-40B4-BE49-F238E27FC236}">
                <a16:creationId xmlns:a16="http://schemas.microsoft.com/office/drawing/2014/main" id="{290E223C-BACB-478E-95F2-79F9E1014887}"/>
              </a:ext>
            </a:extLst>
          </p:cNvPr>
          <p:cNvSpPr>
            <a:spLocks xmlns:a="http://schemas.openxmlformats.org/drawingml/2006/main" noGrp="1"/>
          </p:cNvSpPr>
          <p:nvPr/>
        </p:nvSpPr>
        <p:spPr>
          <a:xfrm xmlns:a="http://schemas.openxmlformats.org/drawingml/2006/main">
            <a:off x="8239125" y="15430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Average nodes /</a:t>
            </a:r>
          </a:p>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edges</a:t>
            </a:r>
          </a:p>
        </p:txBody>
      </p:sp>
      <p:sp>
        <p:nvSpPr>
          <p:cNvPr id="18" name="">
            <a:extLst xmlns:a="http://schemas.openxmlformats.org/drawingml/2006/main">
              <a:ext uri="{FF2B5EF4-FFF2-40B4-BE49-F238E27FC236}">
                <a16:creationId xmlns:a16="http://schemas.microsoft.com/office/drawing/2014/main" id="{FC6FB92D-9C04-4411-AFF2-8E91540C7900}"/>
              </a:ext>
            </a:extLst>
          </p:cNvPr>
          <p:cNvSpPr>
            <a:spLocks xmlns:a="http://schemas.openxmlformats.org/drawingml/2006/main" noGrp="1"/>
          </p:cNvSpPr>
          <p:nvPr/>
        </p:nvSpPr>
        <p:spPr>
          <a:xfrm xmlns:a="http://schemas.openxmlformats.org/drawingml/2006/main">
            <a:off x="619125" y="2114550"/>
            <a:ext cx="1428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19" name="">
            <a:extLst xmlns:a="http://schemas.openxmlformats.org/drawingml/2006/main">
              <a:ext uri="{FF2B5EF4-FFF2-40B4-BE49-F238E27FC236}">
                <a16:creationId xmlns:a16="http://schemas.microsoft.com/office/drawing/2014/main" id="{FE5DC6B0-76F8-4986-A250-BB4E6F5A644E}"/>
              </a:ext>
            </a:extLst>
          </p:cNvPr>
          <p:cNvSpPr>
            <a:spLocks xmlns:a="http://schemas.openxmlformats.org/drawingml/2006/main" noGrp="1"/>
          </p:cNvSpPr>
          <p:nvPr/>
        </p:nvSpPr>
        <p:spPr>
          <a:xfrm xmlns:a="http://schemas.openxmlformats.org/drawingml/2006/main">
            <a:off x="714375" y="213360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22238"/>
                </a:solidFill>
                <a:latin typeface="Aptos"/>
                <a:ea typeface="Aptos"/>
                <a:cs typeface="Aptos"/>
              </a:defRPr>
            </a:defPPr>
          </a:lstStyle>
          <a:p xmlns:a="http://schemas.openxmlformats.org/drawingml/2006/main">
            <a:pPr algn="l">
              <a:buNone/>
              <a:defRPr sz="1275" b="1">
                <a:solidFill>
                  <a:srgbClr val="122238"/>
                </a:solidFill>
                <a:latin typeface="Aptos"/>
                <a:ea typeface="Aptos"/>
                <a:cs typeface="Aptos"/>
              </a:defRPr>
            </a:pPr>
            <a:r>
              <a:rPr sz="1275" b="1">
                <a:solidFill>
                  <a:srgbClr val="122238"/>
                </a:solidFill>
                <a:latin typeface="Aptos"/>
                <a:ea typeface="Aptos"/>
                <a:cs typeface="Aptos"/>
              </a:rPr>
              <a:t>MUTAG</a:t>
            </a:r>
          </a:p>
        </p:txBody>
      </p:sp>
      <p:sp>
        <p:nvSpPr>
          <p:cNvPr id="20" name="">
            <a:extLst xmlns:a="http://schemas.openxmlformats.org/drawingml/2006/main">
              <a:ext uri="{FF2B5EF4-FFF2-40B4-BE49-F238E27FC236}">
                <a16:creationId xmlns:a16="http://schemas.microsoft.com/office/drawing/2014/main" id="{FCCC1981-79F0-472A-89BA-0884DEA051A0}"/>
              </a:ext>
            </a:extLst>
          </p:cNvPr>
          <p:cNvSpPr>
            <a:spLocks xmlns:a="http://schemas.openxmlformats.org/drawingml/2006/main" noGrp="1"/>
          </p:cNvSpPr>
          <p:nvPr/>
        </p:nvSpPr>
        <p:spPr>
          <a:xfrm xmlns:a="http://schemas.openxmlformats.org/drawingml/2006/main">
            <a:off x="2047875" y="2114550"/>
            <a:ext cx="13335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1" name="">
            <a:extLst xmlns:a="http://schemas.openxmlformats.org/drawingml/2006/main">
              <a:ext uri="{FF2B5EF4-FFF2-40B4-BE49-F238E27FC236}">
                <a16:creationId xmlns:a16="http://schemas.microsoft.com/office/drawing/2014/main" id="{FE452453-D6A5-4D7C-BF0B-175E12084FA9}"/>
              </a:ext>
            </a:extLst>
          </p:cNvPr>
          <p:cNvSpPr>
            <a:spLocks xmlns:a="http://schemas.openxmlformats.org/drawingml/2006/main" noGrp="1"/>
          </p:cNvSpPr>
          <p:nvPr/>
        </p:nvSpPr>
        <p:spPr>
          <a:xfrm xmlns:a="http://schemas.openxmlformats.org/drawingml/2006/main">
            <a:off x="2143125" y="2133600"/>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188 / 2</a:t>
            </a:r>
          </a:p>
        </p:txBody>
      </p:sp>
      <p:sp>
        <p:nvSpPr>
          <p:cNvPr id="22" name="">
            <a:extLst xmlns:a="http://schemas.openxmlformats.org/drawingml/2006/main">
              <a:ext uri="{FF2B5EF4-FFF2-40B4-BE49-F238E27FC236}">
                <a16:creationId xmlns:a16="http://schemas.microsoft.com/office/drawing/2014/main" id="{674C01DF-5973-4762-BB6E-87D6D2016570}"/>
              </a:ext>
            </a:extLst>
          </p:cNvPr>
          <p:cNvSpPr>
            <a:spLocks xmlns:a="http://schemas.openxmlformats.org/drawingml/2006/main" noGrp="1"/>
          </p:cNvSpPr>
          <p:nvPr/>
        </p:nvSpPr>
        <p:spPr>
          <a:xfrm xmlns:a="http://schemas.openxmlformats.org/drawingml/2006/main">
            <a:off x="3381375" y="2114550"/>
            <a:ext cx="157162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3" name="">
            <a:extLst xmlns:a="http://schemas.openxmlformats.org/drawingml/2006/main">
              <a:ext uri="{FF2B5EF4-FFF2-40B4-BE49-F238E27FC236}">
                <a16:creationId xmlns:a16="http://schemas.microsoft.com/office/drawing/2014/main" id="{A3868C24-30AD-4039-908C-DADFB048E3FE}"/>
              </a:ext>
            </a:extLst>
          </p:cNvPr>
          <p:cNvSpPr>
            <a:spLocks xmlns:a="http://schemas.openxmlformats.org/drawingml/2006/main" noGrp="1"/>
          </p:cNvSpPr>
          <p:nvPr/>
        </p:nvSpPr>
        <p:spPr>
          <a:xfrm xmlns:a="http://schemas.openxmlformats.org/drawingml/2006/main">
            <a:off x="3476625" y="213360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63, 125</a:t>
            </a:r>
          </a:p>
        </p:txBody>
      </p:sp>
      <p:sp>
        <p:nvSpPr>
          <p:cNvPr id="24" name="">
            <a:extLst xmlns:a="http://schemas.openxmlformats.org/drawingml/2006/main">
              <a:ext uri="{FF2B5EF4-FFF2-40B4-BE49-F238E27FC236}">
                <a16:creationId xmlns:a16="http://schemas.microsoft.com/office/drawing/2014/main" id="{C3AC18A3-2679-4FD5-B8D8-6713023FF997}"/>
              </a:ext>
            </a:extLst>
          </p:cNvPr>
          <p:cNvSpPr>
            <a:spLocks xmlns:a="http://schemas.openxmlformats.org/drawingml/2006/main" noGrp="1"/>
          </p:cNvSpPr>
          <p:nvPr/>
        </p:nvSpPr>
        <p:spPr>
          <a:xfrm xmlns:a="http://schemas.openxmlformats.org/drawingml/2006/main">
            <a:off x="4953000" y="2114550"/>
            <a:ext cx="157162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5" name="">
            <a:extLst xmlns:a="http://schemas.openxmlformats.org/drawingml/2006/main">
              <a:ext uri="{FF2B5EF4-FFF2-40B4-BE49-F238E27FC236}">
                <a16:creationId xmlns:a16="http://schemas.microsoft.com/office/drawing/2014/main" id="{2918C0BB-C2FE-42E7-ACF2-453D796AAD65}"/>
              </a:ext>
            </a:extLst>
          </p:cNvPr>
          <p:cNvSpPr>
            <a:spLocks xmlns:a="http://schemas.openxmlformats.org/drawingml/2006/main" noGrp="1"/>
          </p:cNvSpPr>
          <p:nvPr/>
        </p:nvSpPr>
        <p:spPr>
          <a:xfrm xmlns:a="http://schemas.openxmlformats.org/drawingml/2006/main">
            <a:off x="5048250" y="213360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3,371 / 3,721</a:t>
            </a:r>
          </a:p>
        </p:txBody>
      </p:sp>
      <p:sp>
        <p:nvSpPr>
          <p:cNvPr id="26" name="">
            <a:extLst xmlns:a="http://schemas.openxmlformats.org/drawingml/2006/main">
              <a:ext uri="{FF2B5EF4-FFF2-40B4-BE49-F238E27FC236}">
                <a16:creationId xmlns:a16="http://schemas.microsoft.com/office/drawing/2014/main" id="{68D2458D-8F1C-45C7-A3B1-AA95417198E7}"/>
              </a:ext>
            </a:extLst>
          </p:cNvPr>
          <p:cNvSpPr>
            <a:spLocks xmlns:a="http://schemas.openxmlformats.org/drawingml/2006/main" noGrp="1"/>
          </p:cNvSpPr>
          <p:nvPr/>
        </p:nvSpPr>
        <p:spPr>
          <a:xfrm xmlns:a="http://schemas.openxmlformats.org/drawingml/2006/main">
            <a:off x="6524625" y="2114550"/>
            <a:ext cx="1619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7" name="">
            <a:extLst xmlns:a="http://schemas.openxmlformats.org/drawingml/2006/main">
              <a:ext uri="{FF2B5EF4-FFF2-40B4-BE49-F238E27FC236}">
                <a16:creationId xmlns:a16="http://schemas.microsoft.com/office/drawing/2014/main" id="{6941EEA6-1C4A-4617-B2C6-C10249B69A75}"/>
              </a:ext>
            </a:extLst>
          </p:cNvPr>
          <p:cNvSpPr>
            <a:spLocks xmlns:a="http://schemas.openxmlformats.org/drawingml/2006/main" noGrp="1"/>
          </p:cNvSpPr>
          <p:nvPr/>
        </p:nvSpPr>
        <p:spPr>
          <a:xfrm xmlns:a="http://schemas.openxmlformats.org/drawingml/2006/main">
            <a:off x="6619875" y="213360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7 / 4</a:t>
            </a:r>
          </a:p>
        </p:txBody>
      </p:sp>
      <p:sp>
        <p:nvSpPr>
          <p:cNvPr id="28" name="">
            <a:extLst xmlns:a="http://schemas.openxmlformats.org/drawingml/2006/main">
              <a:ext uri="{FF2B5EF4-FFF2-40B4-BE49-F238E27FC236}">
                <a16:creationId xmlns:a16="http://schemas.microsoft.com/office/drawing/2014/main" id="{053A968A-1D7C-465B-9451-A00985BE2CCB}"/>
              </a:ext>
            </a:extLst>
          </p:cNvPr>
          <p:cNvSpPr>
            <a:spLocks xmlns:a="http://schemas.openxmlformats.org/drawingml/2006/main" noGrp="1"/>
          </p:cNvSpPr>
          <p:nvPr/>
        </p:nvSpPr>
        <p:spPr>
          <a:xfrm xmlns:a="http://schemas.openxmlformats.org/drawingml/2006/main">
            <a:off x="8143875" y="2114550"/>
            <a:ext cx="20193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9" name="">
            <a:extLst xmlns:a="http://schemas.openxmlformats.org/drawingml/2006/main">
              <a:ext uri="{FF2B5EF4-FFF2-40B4-BE49-F238E27FC236}">
                <a16:creationId xmlns:a16="http://schemas.microsoft.com/office/drawing/2014/main" id="{2E575EC2-0FCE-4096-ACB2-3EB264E0135A}"/>
              </a:ext>
            </a:extLst>
          </p:cNvPr>
          <p:cNvSpPr>
            <a:spLocks xmlns:a="http://schemas.openxmlformats.org/drawingml/2006/main" noGrp="1"/>
          </p:cNvSpPr>
          <p:nvPr/>
        </p:nvSpPr>
        <p:spPr>
          <a:xfrm xmlns:a="http://schemas.openxmlformats.org/drawingml/2006/main">
            <a:off x="8239125" y="213360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17.93 / 19.79</a:t>
            </a:r>
          </a:p>
        </p:txBody>
      </p:sp>
      <p:sp>
        <p:nvSpPr>
          <p:cNvPr id="30" name="">
            <a:extLst xmlns:a="http://schemas.openxmlformats.org/drawingml/2006/main">
              <a:ext uri="{FF2B5EF4-FFF2-40B4-BE49-F238E27FC236}">
                <a16:creationId xmlns:a16="http://schemas.microsoft.com/office/drawing/2014/main" id="{A752D7B7-DF0C-4A0C-965B-21EC19A24CA0}"/>
              </a:ext>
            </a:extLst>
          </p:cNvPr>
          <p:cNvSpPr>
            <a:spLocks xmlns:a="http://schemas.openxmlformats.org/drawingml/2006/main" noGrp="1"/>
          </p:cNvSpPr>
          <p:nvPr/>
        </p:nvSpPr>
        <p:spPr>
          <a:xfrm xmlns:a="http://schemas.openxmlformats.org/drawingml/2006/main">
            <a:off x="619125" y="2705100"/>
            <a:ext cx="1428750" cy="5905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31" name="">
            <a:extLst xmlns:a="http://schemas.openxmlformats.org/drawingml/2006/main">
              <a:ext uri="{FF2B5EF4-FFF2-40B4-BE49-F238E27FC236}">
                <a16:creationId xmlns:a16="http://schemas.microsoft.com/office/drawing/2014/main" id="{1A6086C0-4382-4E99-9FA3-F7D5AEC40539}"/>
              </a:ext>
            </a:extLst>
          </p:cNvPr>
          <p:cNvSpPr>
            <a:spLocks xmlns:a="http://schemas.openxmlformats.org/drawingml/2006/main" noGrp="1"/>
          </p:cNvSpPr>
          <p:nvPr/>
        </p:nvSpPr>
        <p:spPr>
          <a:xfrm xmlns:a="http://schemas.openxmlformats.org/drawingml/2006/main">
            <a:off x="714375" y="272415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22238"/>
                </a:solidFill>
                <a:latin typeface="Aptos"/>
                <a:ea typeface="Aptos"/>
                <a:cs typeface="Aptos"/>
              </a:defRPr>
            </a:defPPr>
          </a:lstStyle>
          <a:p xmlns:a="http://schemas.openxmlformats.org/drawingml/2006/main">
            <a:pPr algn="l">
              <a:buNone/>
              <a:defRPr sz="1275" b="1">
                <a:solidFill>
                  <a:srgbClr val="122238"/>
                </a:solidFill>
                <a:latin typeface="Aptos"/>
                <a:ea typeface="Aptos"/>
                <a:cs typeface="Aptos"/>
              </a:defRPr>
            </a:pPr>
            <a:r>
              <a:rPr sz="1275" b="1">
                <a:solidFill>
                  <a:srgbClr val="122238"/>
                </a:solidFill>
                <a:latin typeface="Aptos"/>
                <a:ea typeface="Aptos"/>
                <a:cs typeface="Aptos"/>
              </a:rPr>
              <a:t>PTC-MR</a:t>
            </a:r>
          </a:p>
        </p:txBody>
      </p:sp>
      <p:sp>
        <p:nvSpPr>
          <p:cNvPr id="32" name="">
            <a:extLst xmlns:a="http://schemas.openxmlformats.org/drawingml/2006/main">
              <a:ext uri="{FF2B5EF4-FFF2-40B4-BE49-F238E27FC236}">
                <a16:creationId xmlns:a16="http://schemas.microsoft.com/office/drawing/2014/main" id="{0DE79B3A-3664-4D19-A01B-DA0B205F0224}"/>
              </a:ext>
            </a:extLst>
          </p:cNvPr>
          <p:cNvSpPr>
            <a:spLocks xmlns:a="http://schemas.openxmlformats.org/drawingml/2006/main" noGrp="1"/>
          </p:cNvSpPr>
          <p:nvPr/>
        </p:nvSpPr>
        <p:spPr>
          <a:xfrm xmlns:a="http://schemas.openxmlformats.org/drawingml/2006/main">
            <a:off x="2047875" y="2705100"/>
            <a:ext cx="1333500" cy="5905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33" name="">
            <a:extLst xmlns:a="http://schemas.openxmlformats.org/drawingml/2006/main">
              <a:ext uri="{FF2B5EF4-FFF2-40B4-BE49-F238E27FC236}">
                <a16:creationId xmlns:a16="http://schemas.microsoft.com/office/drawing/2014/main" id="{645F373F-5E14-4B46-9638-25030F28538E}"/>
              </a:ext>
            </a:extLst>
          </p:cNvPr>
          <p:cNvSpPr>
            <a:spLocks xmlns:a="http://schemas.openxmlformats.org/drawingml/2006/main" noGrp="1"/>
          </p:cNvSpPr>
          <p:nvPr/>
        </p:nvSpPr>
        <p:spPr>
          <a:xfrm xmlns:a="http://schemas.openxmlformats.org/drawingml/2006/main">
            <a:off x="2143125" y="2724150"/>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344 / 2</a:t>
            </a:r>
          </a:p>
        </p:txBody>
      </p:sp>
      <p:sp>
        <p:nvSpPr>
          <p:cNvPr id="34" name="">
            <a:extLst xmlns:a="http://schemas.openxmlformats.org/drawingml/2006/main">
              <a:ext uri="{FF2B5EF4-FFF2-40B4-BE49-F238E27FC236}">
                <a16:creationId xmlns:a16="http://schemas.microsoft.com/office/drawing/2014/main" id="{8E5BCEFC-E143-416A-B0E1-632296B7CB51}"/>
              </a:ext>
            </a:extLst>
          </p:cNvPr>
          <p:cNvSpPr>
            <a:spLocks xmlns:a="http://schemas.openxmlformats.org/drawingml/2006/main" noGrp="1"/>
          </p:cNvSpPr>
          <p:nvPr/>
        </p:nvSpPr>
        <p:spPr>
          <a:xfrm xmlns:a="http://schemas.openxmlformats.org/drawingml/2006/main">
            <a:off x="3381375" y="2705100"/>
            <a:ext cx="1571625" cy="5905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35" name="">
            <a:extLst xmlns:a="http://schemas.openxmlformats.org/drawingml/2006/main">
              <a:ext uri="{FF2B5EF4-FFF2-40B4-BE49-F238E27FC236}">
                <a16:creationId xmlns:a16="http://schemas.microsoft.com/office/drawing/2014/main" id="{A29215CA-C108-44A8-87DD-72AF8A69AD0D}"/>
              </a:ext>
            </a:extLst>
          </p:cNvPr>
          <p:cNvSpPr>
            <a:spLocks xmlns:a="http://schemas.openxmlformats.org/drawingml/2006/main" noGrp="1"/>
          </p:cNvSpPr>
          <p:nvPr/>
        </p:nvSpPr>
        <p:spPr>
          <a:xfrm xmlns:a="http://schemas.openxmlformats.org/drawingml/2006/main">
            <a:off x="3476625" y="27241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192, 152</a:t>
            </a:r>
          </a:p>
        </p:txBody>
      </p:sp>
      <p:sp>
        <p:nvSpPr>
          <p:cNvPr id="36" name="">
            <a:extLst xmlns:a="http://schemas.openxmlformats.org/drawingml/2006/main">
              <a:ext uri="{FF2B5EF4-FFF2-40B4-BE49-F238E27FC236}">
                <a16:creationId xmlns:a16="http://schemas.microsoft.com/office/drawing/2014/main" id="{1D99F661-862A-4805-8F4A-7476AB3D017F}"/>
              </a:ext>
            </a:extLst>
          </p:cNvPr>
          <p:cNvSpPr>
            <a:spLocks xmlns:a="http://schemas.openxmlformats.org/drawingml/2006/main" noGrp="1"/>
          </p:cNvSpPr>
          <p:nvPr/>
        </p:nvSpPr>
        <p:spPr>
          <a:xfrm xmlns:a="http://schemas.openxmlformats.org/drawingml/2006/main">
            <a:off x="4953000" y="2705100"/>
            <a:ext cx="1571625" cy="5905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37" name="">
            <a:extLst xmlns:a="http://schemas.openxmlformats.org/drawingml/2006/main">
              <a:ext uri="{FF2B5EF4-FFF2-40B4-BE49-F238E27FC236}">
                <a16:creationId xmlns:a16="http://schemas.microsoft.com/office/drawing/2014/main" id="{B4180A30-24ED-43F3-A4A6-04A58CCEB3A0}"/>
              </a:ext>
            </a:extLst>
          </p:cNvPr>
          <p:cNvSpPr>
            <a:spLocks xmlns:a="http://schemas.openxmlformats.org/drawingml/2006/main" noGrp="1"/>
          </p:cNvSpPr>
          <p:nvPr/>
        </p:nvSpPr>
        <p:spPr>
          <a:xfrm xmlns:a="http://schemas.openxmlformats.org/drawingml/2006/main">
            <a:off x="5048250" y="27241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4,915 / 5,054</a:t>
            </a:r>
          </a:p>
        </p:txBody>
      </p:sp>
      <p:sp>
        <p:nvSpPr>
          <p:cNvPr id="38" name="">
            <a:extLst xmlns:a="http://schemas.openxmlformats.org/drawingml/2006/main">
              <a:ext uri="{FF2B5EF4-FFF2-40B4-BE49-F238E27FC236}">
                <a16:creationId xmlns:a16="http://schemas.microsoft.com/office/drawing/2014/main" id="{6E4107C3-C691-45EF-8FE8-0D5C4A4A7B59}"/>
              </a:ext>
            </a:extLst>
          </p:cNvPr>
          <p:cNvSpPr>
            <a:spLocks xmlns:a="http://schemas.openxmlformats.org/drawingml/2006/main" noGrp="1"/>
          </p:cNvSpPr>
          <p:nvPr/>
        </p:nvSpPr>
        <p:spPr>
          <a:xfrm xmlns:a="http://schemas.openxmlformats.org/drawingml/2006/main">
            <a:off x="6524625" y="2705100"/>
            <a:ext cx="1619250" cy="5905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39" name="">
            <a:extLst xmlns:a="http://schemas.openxmlformats.org/drawingml/2006/main">
              <a:ext uri="{FF2B5EF4-FFF2-40B4-BE49-F238E27FC236}">
                <a16:creationId xmlns:a16="http://schemas.microsoft.com/office/drawing/2014/main" id="{9D21F18E-86AC-4E7A-8023-6F2BDEA95797}"/>
              </a:ext>
            </a:extLst>
          </p:cNvPr>
          <p:cNvSpPr>
            <a:spLocks xmlns:a="http://schemas.openxmlformats.org/drawingml/2006/main" noGrp="1"/>
          </p:cNvSpPr>
          <p:nvPr/>
        </p:nvSpPr>
        <p:spPr>
          <a:xfrm xmlns:a="http://schemas.openxmlformats.org/drawingml/2006/main">
            <a:off x="6619875" y="27241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18 / 4</a:t>
            </a:r>
          </a:p>
        </p:txBody>
      </p:sp>
      <p:sp>
        <p:nvSpPr>
          <p:cNvPr id="40" name="">
            <a:extLst xmlns:a="http://schemas.openxmlformats.org/drawingml/2006/main">
              <a:ext uri="{FF2B5EF4-FFF2-40B4-BE49-F238E27FC236}">
                <a16:creationId xmlns:a16="http://schemas.microsoft.com/office/drawing/2014/main" id="{8EBCBDE4-0ED8-4C9C-AFB8-1983C449AC98}"/>
              </a:ext>
            </a:extLst>
          </p:cNvPr>
          <p:cNvSpPr>
            <a:spLocks xmlns:a="http://schemas.openxmlformats.org/drawingml/2006/main" noGrp="1"/>
          </p:cNvSpPr>
          <p:nvPr/>
        </p:nvSpPr>
        <p:spPr>
          <a:xfrm xmlns:a="http://schemas.openxmlformats.org/drawingml/2006/main">
            <a:off x="8143875" y="2705100"/>
            <a:ext cx="2019300" cy="5905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41" name="">
            <a:extLst xmlns:a="http://schemas.openxmlformats.org/drawingml/2006/main">
              <a:ext uri="{FF2B5EF4-FFF2-40B4-BE49-F238E27FC236}">
                <a16:creationId xmlns:a16="http://schemas.microsoft.com/office/drawing/2014/main" id="{A5ECD6A3-D6D7-4855-B34F-23624D5B0509}"/>
              </a:ext>
            </a:extLst>
          </p:cNvPr>
          <p:cNvSpPr>
            <a:spLocks xmlns:a="http://schemas.openxmlformats.org/drawingml/2006/main" noGrp="1"/>
          </p:cNvSpPr>
          <p:nvPr/>
        </p:nvSpPr>
        <p:spPr>
          <a:xfrm xmlns:a="http://schemas.openxmlformats.org/drawingml/2006/main">
            <a:off x="8239125" y="27241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14.29 / 14.69</a:t>
            </a:r>
          </a:p>
        </p:txBody>
      </p:sp>
      <p:sp>
        <p:nvSpPr>
          <p:cNvPr id="42" name="">
            <a:extLst xmlns:a="http://schemas.openxmlformats.org/drawingml/2006/main">
              <a:ext uri="{FF2B5EF4-FFF2-40B4-BE49-F238E27FC236}">
                <a16:creationId xmlns:a16="http://schemas.microsoft.com/office/drawing/2014/main" id="{ABC62751-5816-4069-8C34-BABECE0977B9}"/>
              </a:ext>
            </a:extLst>
          </p:cNvPr>
          <p:cNvSpPr>
            <a:spLocks xmlns:a="http://schemas.openxmlformats.org/drawingml/2006/main" noGrp="1"/>
          </p:cNvSpPr>
          <p:nvPr/>
        </p:nvSpPr>
        <p:spPr>
          <a:xfrm xmlns:a="http://schemas.openxmlformats.org/drawingml/2006/main">
            <a:off x="619125" y="3467100"/>
            <a:ext cx="5219700"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1430">
            <a:solidFill>
              <a:srgbClr val="D6DDE3"/>
            </a:solidFill>
            <a:prstDash val="solid"/>
          </a:ln>
        </p:spPr>
      </p:sp>
      <p:sp>
        <p:nvSpPr>
          <p:cNvPr id="43" name="">
            <a:extLst xmlns:a="http://schemas.openxmlformats.org/drawingml/2006/main">
              <a:ext uri="{FF2B5EF4-FFF2-40B4-BE49-F238E27FC236}">
                <a16:creationId xmlns:a16="http://schemas.microsoft.com/office/drawing/2014/main" id="{3E0CCCEB-0D0B-452C-A4E6-02EFCAD37CD0}"/>
              </a:ext>
            </a:extLst>
          </p:cNvPr>
          <p:cNvSpPr>
            <a:spLocks xmlns:a="http://schemas.openxmlformats.org/drawingml/2006/main" noGrp="1"/>
          </p:cNvSpPr>
          <p:nvPr/>
        </p:nvSpPr>
        <p:spPr>
          <a:xfrm xmlns:a="http://schemas.openxmlformats.org/drawingml/2006/main">
            <a:off x="838200" y="3638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WHAT THE GRAPHS ENCODE</a:t>
            </a:r>
          </a:p>
        </p:txBody>
      </p:sp>
      <p:sp>
        <p:nvSpPr>
          <p:cNvPr id="44" name="">
            <a:extLst xmlns:a="http://schemas.openxmlformats.org/drawingml/2006/main">
              <a:ext uri="{FF2B5EF4-FFF2-40B4-BE49-F238E27FC236}">
                <a16:creationId xmlns:a16="http://schemas.microsoft.com/office/drawing/2014/main" id="{6729C638-4B56-4ABC-B787-624AF53FC6BB}"/>
              </a:ext>
            </a:extLst>
          </p:cNvPr>
          <p:cNvSpPr>
            <a:spLocks xmlns:a="http://schemas.openxmlformats.org/drawingml/2006/main" noGrp="1"/>
          </p:cNvSpPr>
          <p:nvPr/>
        </p:nvSpPr>
        <p:spPr>
          <a:xfrm xmlns:a="http://schemas.openxmlformats.org/drawingml/2006/main">
            <a:off x="857250" y="4105275"/>
            <a:ext cx="76200" cy="76200"/>
          </a:xfrm>
          <a:prstGeom xmlns:a="http://schemas.openxmlformats.org/drawingml/2006/main" prst="ellipse">
            <a:avLst/>
          </a:prstGeom>
          <a:solidFill xmlns:a="http://schemas.openxmlformats.org/drawingml/2006/main">
            <a:srgbClr val="007F7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2F27E19-1255-4375-B731-86F86E49B9C1}"/>
              </a:ext>
            </a:extLst>
          </p:cNvPr>
          <p:cNvSpPr>
            <a:spLocks xmlns:a="http://schemas.openxmlformats.org/drawingml/2006/main" noGrp="1"/>
          </p:cNvSpPr>
          <p:nvPr/>
        </p:nvSpPr>
        <p:spPr>
          <a:xfrm xmlns:a="http://schemas.openxmlformats.org/drawingml/2006/main">
            <a:off x="1047750" y="3981450"/>
            <a:ext cx="4552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Atoms are nodes; bonds are edges</a:t>
            </a:r>
          </a:p>
        </p:txBody>
      </p:sp>
      <p:sp>
        <p:nvSpPr>
          <p:cNvPr id="46" name="">
            <a:extLst xmlns:a="http://schemas.openxmlformats.org/drawingml/2006/main">
              <a:ext uri="{FF2B5EF4-FFF2-40B4-BE49-F238E27FC236}">
                <a16:creationId xmlns:a16="http://schemas.microsoft.com/office/drawing/2014/main" id="{378D6C4D-0EF4-4B4A-84D4-D584F3809289}"/>
              </a:ext>
            </a:extLst>
          </p:cNvPr>
          <p:cNvSpPr>
            <a:spLocks xmlns:a="http://schemas.openxmlformats.org/drawingml/2006/main" noGrp="1"/>
          </p:cNvSpPr>
          <p:nvPr/>
        </p:nvSpPr>
        <p:spPr>
          <a:xfrm xmlns:a="http://schemas.openxmlformats.org/drawingml/2006/main">
            <a:off x="857250" y="4524375"/>
            <a:ext cx="76200" cy="76200"/>
          </a:xfrm>
          <a:prstGeom xmlns:a="http://schemas.openxmlformats.org/drawingml/2006/main" prst="ellipse">
            <a:avLst/>
          </a:prstGeom>
          <a:solidFill xmlns:a="http://schemas.openxmlformats.org/drawingml/2006/main">
            <a:srgbClr val="007F7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47B1CDE-F658-4DB8-BFF1-E8E14699422A}"/>
              </a:ext>
            </a:extLst>
          </p:cNvPr>
          <p:cNvSpPr>
            <a:spLocks xmlns:a="http://schemas.openxmlformats.org/drawingml/2006/main" noGrp="1"/>
          </p:cNvSpPr>
          <p:nvPr/>
        </p:nvSpPr>
        <p:spPr>
          <a:xfrm xmlns:a="http://schemas.openxmlformats.org/drawingml/2006/main">
            <a:off x="1047750" y="4362450"/>
            <a:ext cx="455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Both datasets use categorical node and edge labels</a:t>
            </a:r>
          </a:p>
        </p:txBody>
      </p:sp>
      <p:sp>
        <p:nvSpPr>
          <p:cNvPr id="48" name="">
            <a:extLst xmlns:a="http://schemas.openxmlformats.org/drawingml/2006/main">
              <a:ext uri="{FF2B5EF4-FFF2-40B4-BE49-F238E27FC236}">
                <a16:creationId xmlns:a16="http://schemas.microsoft.com/office/drawing/2014/main" id="{2281B05F-F316-4034-8EF4-DA44676E2F59}"/>
              </a:ext>
            </a:extLst>
          </p:cNvPr>
          <p:cNvSpPr>
            <a:spLocks xmlns:a="http://schemas.openxmlformats.org/drawingml/2006/main" noGrp="1"/>
          </p:cNvSpPr>
          <p:nvPr/>
        </p:nvSpPr>
        <p:spPr>
          <a:xfrm xmlns:a="http://schemas.openxmlformats.org/drawingml/2006/main">
            <a:off x="857250" y="5000625"/>
            <a:ext cx="76200" cy="76200"/>
          </a:xfrm>
          <a:prstGeom xmlns:a="http://schemas.openxmlformats.org/drawingml/2006/main" prst="ellipse">
            <a:avLst/>
          </a:prstGeom>
          <a:solidFill xmlns:a="http://schemas.openxmlformats.org/drawingml/2006/main">
            <a:srgbClr val="B7832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9E462389-831F-49C9-8C97-DE92952A41D6}"/>
              </a:ext>
            </a:extLst>
          </p:cNvPr>
          <p:cNvSpPr>
            <a:spLocks xmlns:a="http://schemas.openxmlformats.org/drawingml/2006/main" noGrp="1"/>
          </p:cNvSpPr>
          <p:nvPr/>
        </p:nvSpPr>
        <p:spPr>
          <a:xfrm xmlns:a="http://schemas.openxmlformats.org/drawingml/2006/main">
            <a:off x="1047750" y="4810125"/>
            <a:ext cx="4552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Methods use node labels and topology; bond labels are ignored</a:t>
            </a:r>
          </a:p>
        </p:txBody>
      </p:sp>
      <p:sp>
        <p:nvSpPr>
          <p:cNvPr id="50" name="">
            <a:extLst xmlns:a="http://schemas.openxmlformats.org/drawingml/2006/main">
              <a:ext uri="{FF2B5EF4-FFF2-40B4-BE49-F238E27FC236}">
                <a16:creationId xmlns:a16="http://schemas.microsoft.com/office/drawing/2014/main" id="{D021A329-0E9A-452D-876B-AF589BCC0268}"/>
              </a:ext>
            </a:extLst>
          </p:cNvPr>
          <p:cNvSpPr>
            <a:spLocks xmlns:a="http://schemas.openxmlformats.org/drawingml/2006/main" noGrp="1"/>
          </p:cNvSpPr>
          <p:nvPr/>
        </p:nvSpPr>
        <p:spPr>
          <a:xfrm xmlns:a="http://schemas.openxmlformats.org/drawingml/2006/main">
            <a:off x="6076950" y="3467100"/>
            <a:ext cx="5495925" cy="1952625"/>
          </a:xfrm>
          <a:prstGeom xmlns:a="http://schemas.openxmlformats.org/drawingml/2006/main" prst="roundRect">
            <a:avLst>
              <a:gd name="adj" fmla="val 3902"/>
            </a:avLst>
          </a:prstGeom>
          <a:solidFill xmlns:a="http://schemas.openxmlformats.org/drawingml/2006/main">
            <a:srgbClr val="D9EFEB"/>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238BDA9B-49AC-4021-B44C-30C758177187}"/>
              </a:ext>
            </a:extLst>
          </p:cNvPr>
          <p:cNvSpPr>
            <a:spLocks xmlns:a="http://schemas.openxmlformats.org/drawingml/2006/main" noGrp="1"/>
          </p:cNvSpPr>
          <p:nvPr/>
        </p:nvSpPr>
        <p:spPr>
          <a:xfrm xmlns:a="http://schemas.openxmlformats.org/drawingml/2006/main">
            <a:off x="6305550" y="3638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TASK CONTEXT</a:t>
            </a:r>
          </a:p>
        </p:txBody>
      </p:sp>
      <p:sp>
        <p:nvSpPr>
          <p:cNvPr id="52" name="">
            <a:extLst xmlns:a="http://schemas.openxmlformats.org/drawingml/2006/main">
              <a:ext uri="{FF2B5EF4-FFF2-40B4-BE49-F238E27FC236}">
                <a16:creationId xmlns:a16="http://schemas.microsoft.com/office/drawing/2014/main" id="{4D8AB401-E5E6-4FD7-8BB0-4481689A58DB}"/>
              </a:ext>
            </a:extLst>
          </p:cNvPr>
          <p:cNvSpPr>
            <a:spLocks xmlns:a="http://schemas.openxmlformats.org/drawingml/2006/main" noGrp="1"/>
          </p:cNvSpPr>
          <p:nvPr/>
        </p:nvSpPr>
        <p:spPr>
          <a:xfrm xmlns:a="http://schemas.openxmlformats.org/drawingml/2006/main">
            <a:off x="6305550" y="3971925"/>
            <a:ext cx="4953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22238"/>
                </a:solidFill>
                <a:latin typeface="Aptos"/>
                <a:ea typeface="Aptos"/>
                <a:cs typeface="Aptos"/>
              </a:defRPr>
            </a:defPPr>
          </a:lstStyle>
          <a:p xmlns:a="http://schemas.openxmlformats.org/drawingml/2006/main">
            <a:pPr algn="l">
              <a:buNone/>
              <a:defRPr sz="1500" b="1">
                <a:solidFill>
                  <a:srgbClr val="122238"/>
                </a:solidFill>
                <a:latin typeface="Aptos"/>
                <a:ea typeface="Aptos"/>
                <a:cs typeface="Aptos"/>
              </a:defRPr>
            </a:pPr>
            <a:r>
              <a:rPr sz="1500" b="1">
                <a:solidFill>
                  <a:srgbClr val="122238"/>
                </a:solidFill>
                <a:latin typeface="Aptos"/>
                <a:ea typeface="Aptos"/>
                <a:cs typeface="Aptos"/>
              </a:rPr>
              <a:t>MUTAG: mutagenicity of aromatic nitro compounds</a:t>
            </a:r>
          </a:p>
        </p:txBody>
      </p:sp>
      <p:sp>
        <p:nvSpPr>
          <p:cNvPr id="53" name="">
            <a:extLst xmlns:a="http://schemas.openxmlformats.org/drawingml/2006/main">
              <a:ext uri="{FF2B5EF4-FFF2-40B4-BE49-F238E27FC236}">
                <a16:creationId xmlns:a16="http://schemas.microsoft.com/office/drawing/2014/main" id="{444BE58F-39C0-4C8D-B934-81E874D0DD5E}"/>
              </a:ext>
            </a:extLst>
          </p:cNvPr>
          <p:cNvSpPr>
            <a:spLocks xmlns:a="http://schemas.openxmlformats.org/drawingml/2006/main" noGrp="1"/>
          </p:cNvSpPr>
          <p:nvPr/>
        </p:nvSpPr>
        <p:spPr>
          <a:xfrm xmlns:a="http://schemas.openxmlformats.org/drawingml/2006/main">
            <a:off x="6305550" y="4591050"/>
            <a:ext cx="4933950" cy="9525"/>
          </a:xfrm>
          <a:prstGeom xmlns:a="http://schemas.openxmlformats.org/drawingml/2006/main" prst="rect">
            <a:avLst/>
          </a:prstGeom>
          <a:solidFill xmlns:a="http://schemas.openxmlformats.org/drawingml/2006/main">
            <a:srgbClr val="AED5CF"/>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F815A5FC-8D1D-4276-BF90-B1828598DD67}"/>
              </a:ext>
            </a:extLst>
          </p:cNvPr>
          <p:cNvSpPr>
            <a:spLocks xmlns:a="http://schemas.openxmlformats.org/drawingml/2006/main" noGrp="1"/>
          </p:cNvSpPr>
          <p:nvPr/>
        </p:nvSpPr>
        <p:spPr>
          <a:xfrm xmlns:a="http://schemas.openxmlformats.org/drawingml/2006/main">
            <a:off x="6305550" y="471487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22238"/>
                </a:solidFill>
                <a:latin typeface="Aptos"/>
                <a:ea typeface="Aptos"/>
                <a:cs typeface="Aptos"/>
              </a:defRPr>
            </a:defPPr>
          </a:lstStyle>
          <a:p xmlns:a="http://schemas.openxmlformats.org/drawingml/2006/main">
            <a:pPr algn="l">
              <a:buNone/>
              <a:defRPr sz="1500" b="1">
                <a:solidFill>
                  <a:srgbClr val="122238"/>
                </a:solidFill>
                <a:latin typeface="Aptos"/>
                <a:ea typeface="Aptos"/>
                <a:cs typeface="Aptos"/>
              </a:defRPr>
            </a:pPr>
            <a:r>
              <a:rPr sz="1500" b="1">
                <a:solidFill>
                  <a:srgbClr val="122238"/>
                </a:solidFill>
                <a:latin typeface="Aptos"/>
                <a:ea typeface="Aptos"/>
                <a:cs typeface="Aptos"/>
              </a:rPr>
              <a:t>PTC-MR: carcinogenicity classification for male rats</a:t>
            </a:r>
          </a:p>
        </p:txBody>
      </p:sp>
      <p:sp>
        <p:nvSpPr>
          <p:cNvPr id="55" name="">
            <a:extLst xmlns:a="http://schemas.openxmlformats.org/drawingml/2006/main">
              <a:ext uri="{FF2B5EF4-FFF2-40B4-BE49-F238E27FC236}">
                <a16:creationId xmlns:a16="http://schemas.microsoft.com/office/drawing/2014/main" id="{4C17B2AE-15D5-497A-B036-29AAF4529BF3}"/>
              </a:ext>
            </a:extLst>
          </p:cNvPr>
          <p:cNvSpPr>
            <a:spLocks xmlns:a="http://schemas.openxmlformats.org/drawingml/2006/main" noGrp="1"/>
          </p:cNvSpPr>
          <p:nvPr/>
        </p:nvSpPr>
        <p:spPr>
          <a:xfrm xmlns:a="http://schemas.openxmlformats.org/drawingml/2006/main">
            <a:off x="685800" y="57054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607286"/>
                </a:solidFill>
                <a:latin typeface="Aptos"/>
                <a:ea typeface="Aptos"/>
                <a:cs typeface="Aptos"/>
              </a:defRPr>
            </a:defPPr>
          </a:lstStyle>
          <a:p xmlns:a="http://schemas.openxmlformats.org/drawingml/2006/main">
            <a:pPr algn="l">
              <a:buNone/>
              <a:defRPr sz="1125" b="0">
                <a:solidFill>
                  <a:srgbClr val="607286"/>
                </a:solidFill>
                <a:latin typeface="Aptos"/>
                <a:ea typeface="Aptos"/>
                <a:cs typeface="Aptos"/>
              </a:defRPr>
            </a:pPr>
            <a:r>
              <a:rPr sz="1125" b="0">
                <a:solidFill>
                  <a:srgbClr val="607286"/>
                </a:solidFill>
                <a:latin typeface="Aptos"/>
                <a:ea typeface="Aptos"/>
                <a:cs typeface="Aptos"/>
              </a:rPr>
              <a:t>Dataset statistics recomputed from the local original TU archives and checked against _data.json.</a:t>
            </a:r>
          </a:p>
        </p:txBody>
      </p:sp>
    </p:spTree>
    <p:extLst>
      <p:ext uri="{BB962C8B-B14F-4D97-AF65-F5344CB8AC3E}">
        <p14:creationId xmlns:p14="http://schemas.microsoft.com/office/powerpoint/2010/main" val="784769860"/>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DDFC7FB-05DB-4797-8C83-E146CF5D9417}"/>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Two papers define the method progression</a:t>
            </a:r>
          </a:p>
        </p:txBody>
      </p:sp>
      <p:sp>
        <p:nvSpPr>
          <p:cNvPr id="2" name="">
            <a:extLst xmlns:a="http://schemas.openxmlformats.org/drawingml/2006/main">
              <a:ext uri="{FF2B5EF4-FFF2-40B4-BE49-F238E27FC236}">
                <a16:creationId xmlns:a16="http://schemas.microsoft.com/office/drawing/2014/main" id="{B1DD11D0-EABA-45D8-9553-3C193D5C3D62}"/>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Neighborhood refinement first; persistent topology next</a:t>
            </a:r>
          </a:p>
        </p:txBody>
      </p:sp>
      <p:sp>
        <p:nvSpPr>
          <p:cNvPr id="3" name="">
            <a:extLst xmlns:a="http://schemas.openxmlformats.org/drawingml/2006/main">
              <a:ext uri="{FF2B5EF4-FFF2-40B4-BE49-F238E27FC236}">
                <a16:creationId xmlns:a16="http://schemas.microsoft.com/office/drawing/2014/main" id="{B8484599-E5D3-49A0-BBFC-D69FEA7A0849}"/>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73CC10F-B12D-429C-BCDE-FDCF9940F27C}"/>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RESEARCH FOUNDATION</a:t>
            </a:r>
          </a:p>
        </p:txBody>
      </p:sp>
      <p:sp>
        <p:nvSpPr>
          <p:cNvPr id="5" name="">
            <a:extLst xmlns:a="http://schemas.openxmlformats.org/drawingml/2006/main">
              <a:ext uri="{FF2B5EF4-FFF2-40B4-BE49-F238E27FC236}">
                <a16:creationId xmlns:a16="http://schemas.microsoft.com/office/drawing/2014/main" id="{958AF0D8-F2DD-44FE-A064-37191E74A256}"/>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03BF7572-0E3E-40D4-AEA1-BD1543CF19AA}"/>
              </a:ext>
            </a:extLst>
          </p:cNvPr>
          <p:cNvSpPr>
            <a:spLocks xmlns:a="http://schemas.openxmlformats.org/drawingml/2006/main" noGrp="1"/>
          </p:cNvSpPr>
          <p:nvPr/>
        </p:nvSpPr>
        <p:spPr>
          <a:xfrm xmlns:a="http://schemas.openxmlformats.org/drawingml/2006/main">
            <a:off x="628650" y="1581150"/>
            <a:ext cx="495300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1430">
            <a:solidFill>
              <a:srgbClr val="D6DDE3"/>
            </a:solidFill>
            <a:prstDash val="solid"/>
          </a:ln>
        </p:spPr>
      </p:sp>
      <p:sp>
        <p:nvSpPr>
          <p:cNvPr id="7" name="">
            <a:extLst xmlns:a="http://schemas.openxmlformats.org/drawingml/2006/main">
              <a:ext uri="{FF2B5EF4-FFF2-40B4-BE49-F238E27FC236}">
                <a16:creationId xmlns:a16="http://schemas.microsoft.com/office/drawing/2014/main" id="{A050827D-CDAF-40F0-B161-8CD61F0D34D9}"/>
              </a:ext>
            </a:extLst>
          </p:cNvPr>
          <p:cNvSpPr>
            <a:spLocks xmlns:a="http://schemas.openxmlformats.org/drawingml/2006/main" noGrp="1"/>
          </p:cNvSpPr>
          <p:nvPr/>
        </p:nvSpPr>
        <p:spPr>
          <a:xfrm xmlns:a="http://schemas.openxmlformats.org/drawingml/2006/main">
            <a:off x="876300" y="17907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2011  /  SHERVASHIDZE ET AL.</a:t>
            </a:r>
          </a:p>
        </p:txBody>
      </p:sp>
      <p:sp>
        <p:nvSpPr>
          <p:cNvPr id="8" name="">
            <a:extLst xmlns:a="http://schemas.openxmlformats.org/drawingml/2006/main">
              <a:ext uri="{FF2B5EF4-FFF2-40B4-BE49-F238E27FC236}">
                <a16:creationId xmlns:a16="http://schemas.microsoft.com/office/drawing/2014/main" id="{DCDE9D56-5108-44C3-8CEB-5655069EAC1E}"/>
              </a:ext>
            </a:extLst>
          </p:cNvPr>
          <p:cNvSpPr>
            <a:spLocks xmlns:a="http://schemas.openxmlformats.org/drawingml/2006/main" noGrp="1"/>
          </p:cNvSpPr>
          <p:nvPr/>
        </p:nvSpPr>
        <p:spPr>
          <a:xfrm xmlns:a="http://schemas.openxmlformats.org/drawingml/2006/main">
            <a:off x="876300" y="2114550"/>
            <a:ext cx="44386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054"/>
          </a:bodyPr>
          <a:lstStyle xmlns:a="http://schemas.openxmlformats.org/drawingml/2006/main">
            <a:defPPr algn="l">
              <a:defRPr sz="2325" b="1">
                <a:solidFill>
                  <a:srgbClr val="122238"/>
                </a:solidFill>
                <a:latin typeface="Aptos"/>
                <a:ea typeface="Aptos"/>
                <a:cs typeface="Aptos"/>
              </a:defRPr>
            </a:defPPr>
          </a:lstStyle>
          <a:p xmlns:a="http://schemas.openxmlformats.org/drawingml/2006/main">
            <a:pPr algn="l">
              <a:buNone/>
              <a:defRPr sz="2325" b="1">
                <a:solidFill>
                  <a:srgbClr val="122238"/>
                </a:solidFill>
                <a:latin typeface="Aptos"/>
                <a:ea typeface="Aptos"/>
                <a:cs typeface="Aptos"/>
              </a:defRPr>
            </a:pPr>
            <a:r>
              <a:rPr sz="2325" b="1">
                <a:solidFill>
                  <a:srgbClr val="122238"/>
                </a:solidFill>
                <a:latin typeface="Aptos"/>
                <a:ea typeface="Aptos"/>
                <a:cs typeface="Aptos"/>
              </a:rPr>
              <a:t>Weisfeiler–Lehman</a:t>
            </a:r>
          </a:p>
          <a:p xmlns:a="http://schemas.openxmlformats.org/drawingml/2006/main">
            <a:pPr algn="l">
              <a:buNone/>
              <a:defRPr sz="2325" b="1">
                <a:solidFill>
                  <a:srgbClr val="122238"/>
                </a:solidFill>
                <a:latin typeface="Aptos"/>
                <a:ea typeface="Aptos"/>
                <a:cs typeface="Aptos"/>
              </a:defRPr>
            </a:pPr>
            <a:r>
              <a:rPr sz="2325" b="1">
                <a:solidFill>
                  <a:srgbClr val="122238"/>
                </a:solidFill>
                <a:latin typeface="Aptos"/>
                <a:ea typeface="Aptos"/>
                <a:cs typeface="Aptos"/>
              </a:rPr>
              <a:t>Graph Kernels</a:t>
            </a:r>
          </a:p>
        </p:txBody>
      </p:sp>
      <p:sp>
        <p:nvSpPr>
          <p:cNvPr id="9" name="">
            <a:extLst xmlns:a="http://schemas.openxmlformats.org/drawingml/2006/main">
              <a:ext uri="{FF2B5EF4-FFF2-40B4-BE49-F238E27FC236}">
                <a16:creationId xmlns:a16="http://schemas.microsoft.com/office/drawing/2014/main" id="{52EEC6BA-8117-4E8E-94CB-D2A366EE8F2A}"/>
              </a:ext>
            </a:extLst>
          </p:cNvPr>
          <p:cNvSpPr>
            <a:spLocks xmlns:a="http://schemas.openxmlformats.org/drawingml/2006/main" noGrp="1"/>
          </p:cNvSpPr>
          <p:nvPr/>
        </p:nvSpPr>
        <p:spPr>
          <a:xfrm xmlns:a="http://schemas.openxmlformats.org/drawingml/2006/main">
            <a:off x="876300" y="2933700"/>
            <a:ext cx="43815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16ACACF-4A16-4E8B-989B-EA7F6907605C}"/>
              </a:ext>
            </a:extLst>
          </p:cNvPr>
          <p:cNvSpPr>
            <a:spLocks xmlns:a="http://schemas.openxmlformats.org/drawingml/2006/main" noGrp="1"/>
          </p:cNvSpPr>
          <p:nvPr/>
        </p:nvSpPr>
        <p:spPr>
          <a:xfrm xmlns:a="http://schemas.openxmlformats.org/drawingml/2006/main">
            <a:off x="876300" y="3124200"/>
            <a:ext cx="4333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122238"/>
                </a:solidFill>
                <a:latin typeface="Aptos"/>
                <a:ea typeface="Aptos"/>
                <a:cs typeface="Aptos"/>
              </a:defRPr>
            </a:defPPr>
          </a:lstStyle>
          <a:p xmlns:a="http://schemas.openxmlformats.org/drawingml/2006/main">
            <a:pPr algn="l">
              <a:buNone/>
              <a:defRPr sz="1500" b="0">
                <a:solidFill>
                  <a:srgbClr val="122238"/>
                </a:solidFill>
                <a:latin typeface="Aptos"/>
                <a:ea typeface="Aptos"/>
                <a:cs typeface="Aptos"/>
              </a:defRPr>
            </a:pPr>
            <a:r>
              <a:rPr sz="1500" b="0">
                <a:solidFill>
                  <a:srgbClr val="122238"/>
                </a:solidFill>
                <a:latin typeface="Aptos"/>
                <a:ea typeface="Aptos"/>
                <a:cs typeface="Aptos"/>
              </a:rPr>
              <a:t>Efficient graph features from iterative neighborhood-label refinement and subtree counts.</a:t>
            </a:r>
          </a:p>
        </p:txBody>
      </p:sp>
      <p:sp>
        <p:nvSpPr>
          <p:cNvPr id="11" name="">
            <a:extLst xmlns:a="http://schemas.openxmlformats.org/drawingml/2006/main">
              <a:ext uri="{FF2B5EF4-FFF2-40B4-BE49-F238E27FC236}">
                <a16:creationId xmlns:a16="http://schemas.microsoft.com/office/drawing/2014/main" id="{D84B9AD3-B358-4567-AF9D-AF0EC55C5AD4}"/>
              </a:ext>
            </a:extLst>
          </p:cNvPr>
          <p:cNvSpPr>
            <a:spLocks xmlns:a="http://schemas.openxmlformats.org/drawingml/2006/main" noGrp="1"/>
          </p:cNvSpPr>
          <p:nvPr/>
        </p:nvSpPr>
        <p:spPr>
          <a:xfrm xmlns:a="http://schemas.openxmlformats.org/drawingml/2006/main">
            <a:off x="876300" y="4057650"/>
            <a:ext cx="433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007F78"/>
                </a:solidFill>
                <a:latin typeface="Aptos"/>
                <a:ea typeface="Aptos"/>
                <a:cs typeface="Aptos"/>
              </a:defRPr>
            </a:defPPr>
          </a:lstStyle>
          <a:p xmlns:a="http://schemas.openxmlformats.org/drawingml/2006/main">
            <a:pPr algn="l">
              <a:buNone/>
              <a:defRPr sz="1200" b="1">
                <a:solidFill>
                  <a:srgbClr val="007F78"/>
                </a:solidFill>
                <a:latin typeface="Aptos"/>
                <a:ea typeface="Aptos"/>
                <a:cs typeface="Aptos"/>
              </a:defRPr>
            </a:pPr>
            <a:r>
              <a:rPr sz="1200" b="1">
                <a:solidFill>
                  <a:srgbClr val="007F78"/>
                </a:solidFill>
                <a:latin typeface="Aptos"/>
                <a:ea typeface="Aptos"/>
                <a:cs typeface="Aptos"/>
              </a:rPr>
              <a:t>Contribution: scalable explicit kernel features</a:t>
            </a:r>
          </a:p>
        </p:txBody>
      </p:sp>
      <p:sp>
        <p:nvSpPr>
          <p:cNvPr id="12" name="">
            <a:extLst xmlns:a="http://schemas.openxmlformats.org/drawingml/2006/main">
              <a:ext uri="{FF2B5EF4-FFF2-40B4-BE49-F238E27FC236}">
                <a16:creationId xmlns:a16="http://schemas.microsoft.com/office/drawing/2014/main" id="{9B06B063-9848-40A8-A822-1FA828AB83FF}"/>
              </a:ext>
            </a:extLst>
          </p:cNvPr>
          <p:cNvSpPr>
            <a:spLocks xmlns:a="http://schemas.openxmlformats.org/drawingml/2006/main" noGrp="1"/>
          </p:cNvSpPr>
          <p:nvPr/>
        </p:nvSpPr>
        <p:spPr>
          <a:xfrm xmlns:a="http://schemas.openxmlformats.org/drawingml/2006/main">
            <a:off x="6591300" y="1581150"/>
            <a:ext cx="495300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1430">
            <a:solidFill>
              <a:srgbClr val="D6DDE3"/>
            </a:solidFill>
            <a:prstDash val="solid"/>
          </a:ln>
        </p:spPr>
      </p:sp>
      <p:sp>
        <p:nvSpPr>
          <p:cNvPr id="13" name="">
            <a:extLst xmlns:a="http://schemas.openxmlformats.org/drawingml/2006/main">
              <a:ext uri="{FF2B5EF4-FFF2-40B4-BE49-F238E27FC236}">
                <a16:creationId xmlns:a16="http://schemas.microsoft.com/office/drawing/2014/main" id="{74BD5F7F-4AE7-42DB-87DC-332C9D6572FB}"/>
              </a:ext>
            </a:extLst>
          </p:cNvPr>
          <p:cNvSpPr>
            <a:spLocks xmlns:a="http://schemas.openxmlformats.org/drawingml/2006/main" noGrp="1"/>
          </p:cNvSpPr>
          <p:nvPr/>
        </p:nvSpPr>
        <p:spPr>
          <a:xfrm xmlns:a="http://schemas.openxmlformats.org/drawingml/2006/main">
            <a:off x="6838950" y="17907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2644A"/>
                </a:solidFill>
                <a:latin typeface="Aptos"/>
                <a:ea typeface="Aptos"/>
                <a:cs typeface="Aptos"/>
              </a:defRPr>
            </a:defPPr>
          </a:lstStyle>
          <a:p xmlns:a="http://schemas.openxmlformats.org/drawingml/2006/main">
            <a:pPr algn="l">
              <a:buNone/>
              <a:defRPr sz="975" b="1">
                <a:solidFill>
                  <a:srgbClr val="D2644A"/>
                </a:solidFill>
                <a:latin typeface="Aptos"/>
                <a:ea typeface="Aptos"/>
                <a:cs typeface="Aptos"/>
              </a:defRPr>
            </a:pPr>
            <a:r>
              <a:rPr sz="975" b="1">
                <a:solidFill>
                  <a:srgbClr val="D2644A"/>
                </a:solidFill>
                <a:latin typeface="Aptos"/>
                <a:ea typeface="Aptos"/>
                <a:cs typeface="Aptos"/>
              </a:rPr>
              <a:t>2019  /  RIECK, BOCK &amp; BORGWARDT</a:t>
            </a:r>
          </a:p>
        </p:txBody>
      </p:sp>
      <p:sp>
        <p:nvSpPr>
          <p:cNvPr id="14" name="">
            <a:extLst xmlns:a="http://schemas.openxmlformats.org/drawingml/2006/main">
              <a:ext uri="{FF2B5EF4-FFF2-40B4-BE49-F238E27FC236}">
                <a16:creationId xmlns:a16="http://schemas.microsoft.com/office/drawing/2014/main" id="{B2D84919-AB31-4717-A666-77EF3F30F837}"/>
              </a:ext>
            </a:extLst>
          </p:cNvPr>
          <p:cNvSpPr>
            <a:spLocks xmlns:a="http://schemas.openxmlformats.org/drawingml/2006/main" noGrp="1"/>
          </p:cNvSpPr>
          <p:nvPr/>
        </p:nvSpPr>
        <p:spPr>
          <a:xfrm xmlns:a="http://schemas.openxmlformats.org/drawingml/2006/main">
            <a:off x="6838950" y="2114550"/>
            <a:ext cx="44386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22238"/>
                </a:solidFill>
                <a:latin typeface="Aptos"/>
                <a:ea typeface="Aptos"/>
                <a:cs typeface="Aptos"/>
              </a:defRPr>
            </a:defPPr>
          </a:lstStyle>
          <a:p xmlns:a="http://schemas.openxmlformats.org/drawingml/2006/main">
            <a:pPr algn="l">
              <a:buNone/>
              <a:defRPr sz="2250" b="1">
                <a:solidFill>
                  <a:srgbClr val="122238"/>
                </a:solidFill>
                <a:latin typeface="Aptos"/>
                <a:ea typeface="Aptos"/>
                <a:cs typeface="Aptos"/>
              </a:defRPr>
            </a:pPr>
            <a:r>
              <a:rPr sz="2250" b="1">
                <a:solidFill>
                  <a:srgbClr val="122238"/>
                </a:solidFill>
                <a:latin typeface="Aptos"/>
                <a:ea typeface="Aptos"/>
                <a:cs typeface="Aptos"/>
              </a:rPr>
              <a:t>Persistent Weisfeiler–Lehman</a:t>
            </a:r>
          </a:p>
        </p:txBody>
      </p:sp>
      <p:sp>
        <p:nvSpPr>
          <p:cNvPr id="15" name="">
            <a:extLst xmlns:a="http://schemas.openxmlformats.org/drawingml/2006/main">
              <a:ext uri="{FF2B5EF4-FFF2-40B4-BE49-F238E27FC236}">
                <a16:creationId xmlns:a16="http://schemas.microsoft.com/office/drawing/2014/main" id="{1C36A866-B537-420C-91E4-88189900437A}"/>
              </a:ext>
            </a:extLst>
          </p:cNvPr>
          <p:cNvSpPr>
            <a:spLocks xmlns:a="http://schemas.openxmlformats.org/drawingml/2006/main" noGrp="1"/>
          </p:cNvSpPr>
          <p:nvPr/>
        </p:nvSpPr>
        <p:spPr>
          <a:xfrm xmlns:a="http://schemas.openxmlformats.org/drawingml/2006/main">
            <a:off x="6838950" y="2933700"/>
            <a:ext cx="43815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8E16A70-4269-4998-ADAA-41DB8E79041B}"/>
              </a:ext>
            </a:extLst>
          </p:cNvPr>
          <p:cNvSpPr>
            <a:spLocks xmlns:a="http://schemas.openxmlformats.org/drawingml/2006/main" noGrp="1"/>
          </p:cNvSpPr>
          <p:nvPr/>
        </p:nvSpPr>
        <p:spPr>
          <a:xfrm xmlns:a="http://schemas.openxmlformats.org/drawingml/2006/main">
            <a:off x="6838950" y="3124200"/>
            <a:ext cx="4333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122238"/>
                </a:solidFill>
                <a:latin typeface="Aptos"/>
                <a:ea typeface="Aptos"/>
                <a:cs typeface="Aptos"/>
              </a:defRPr>
            </a:defPPr>
          </a:lstStyle>
          <a:p xmlns:a="http://schemas.openxmlformats.org/drawingml/2006/main">
            <a:pPr algn="l">
              <a:buNone/>
              <a:defRPr sz="1500" b="0">
                <a:solidFill>
                  <a:srgbClr val="122238"/>
                </a:solidFill>
                <a:latin typeface="Aptos"/>
                <a:ea typeface="Aptos"/>
                <a:cs typeface="Aptos"/>
              </a:defRPr>
            </a:pPr>
            <a:r>
              <a:rPr sz="1500" b="0">
                <a:solidFill>
                  <a:srgbClr val="122238"/>
                </a:solidFill>
                <a:latin typeface="Aptos"/>
                <a:ea typeface="Aptos"/>
                <a:cs typeface="Aptos"/>
              </a:rPr>
              <a:t>Adds filtration-based component persistence and cycle contributions to WL features.</a:t>
            </a:r>
          </a:p>
        </p:txBody>
      </p:sp>
      <p:sp>
        <p:nvSpPr>
          <p:cNvPr id="17" name="">
            <a:extLst xmlns:a="http://schemas.openxmlformats.org/drawingml/2006/main">
              <a:ext uri="{FF2B5EF4-FFF2-40B4-BE49-F238E27FC236}">
                <a16:creationId xmlns:a16="http://schemas.microsoft.com/office/drawing/2014/main" id="{7B06E6DD-E5B5-417E-B57D-47A1E864B213}"/>
              </a:ext>
            </a:extLst>
          </p:cNvPr>
          <p:cNvSpPr>
            <a:spLocks xmlns:a="http://schemas.openxmlformats.org/drawingml/2006/main" noGrp="1"/>
          </p:cNvSpPr>
          <p:nvPr/>
        </p:nvSpPr>
        <p:spPr>
          <a:xfrm xmlns:a="http://schemas.openxmlformats.org/drawingml/2006/main">
            <a:off x="6838950" y="4057650"/>
            <a:ext cx="433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2644A"/>
                </a:solidFill>
                <a:latin typeface="Aptos"/>
                <a:ea typeface="Aptos"/>
                <a:cs typeface="Aptos"/>
              </a:defRPr>
            </a:defPPr>
          </a:lstStyle>
          <a:p xmlns:a="http://schemas.openxmlformats.org/drawingml/2006/main">
            <a:pPr algn="l">
              <a:buNone/>
              <a:defRPr sz="1200" b="1">
                <a:solidFill>
                  <a:srgbClr val="D2644A"/>
                </a:solidFill>
                <a:latin typeface="Aptos"/>
                <a:ea typeface="Aptos"/>
                <a:cs typeface="Aptos"/>
              </a:defRPr>
            </a:pPr>
            <a:r>
              <a:rPr sz="1200" b="1">
                <a:solidFill>
                  <a:srgbClr val="D2644A"/>
                </a:solidFill>
                <a:latin typeface="Aptos"/>
                <a:ea typeface="Aptos"/>
                <a:cs typeface="Aptos"/>
              </a:rPr>
              <a:t>Contribution: persistent H₀ and H₁ information</a:t>
            </a:r>
          </a:p>
        </p:txBody>
      </p:sp>
      <p:sp>
        <p:nvSpPr>
          <p:cNvPr id="18" name="">
            <a:extLst xmlns:a="http://schemas.openxmlformats.org/drawingml/2006/main">
              <a:ext uri="{FF2B5EF4-FFF2-40B4-BE49-F238E27FC236}">
                <a16:creationId xmlns:a16="http://schemas.microsoft.com/office/drawing/2014/main" id="{307B6637-CD34-4BD4-8619-8D6BB05A5488}"/>
              </a:ext>
            </a:extLst>
          </p:cNvPr>
          <p:cNvSpPr>
            <a:spLocks xmlns:a="http://schemas.openxmlformats.org/drawingml/2006/main" noGrp="1"/>
          </p:cNvSpPr>
          <p:nvPr/>
        </p:nvSpPr>
        <p:spPr>
          <a:xfrm xmlns:a="http://schemas.openxmlformats.org/drawingml/2006/main">
            <a:off x="5372100" y="4948238"/>
            <a:ext cx="1266825"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51B5936-C5F4-48A1-9337-E1615821DEBA}"/>
              </a:ext>
            </a:extLst>
          </p:cNvPr>
          <p:cNvSpPr>
            <a:spLocks xmlns:a="http://schemas.openxmlformats.org/drawingml/2006/main" noGrp="1"/>
          </p:cNvSpPr>
          <p:nvPr/>
        </p:nvSpPr>
        <p:spPr>
          <a:xfrm xmlns:a="http://schemas.openxmlformats.org/drawingml/2006/main" rot="5400000">
            <a:off x="6610350" y="4914900"/>
            <a:ext cx="114300" cy="114300"/>
          </a:xfrm>
          <a:prstGeom xmlns:a="http://schemas.openxmlformats.org/drawingml/2006/main" prst="triangle">
            <a:avLst/>
          </a:prstGeom>
          <a:solidFill xmlns:a="http://schemas.openxmlformats.org/drawingml/2006/main">
            <a:srgbClr val="007F7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80BC48F-F5B8-4E2C-BFC2-FE008BE532D2}"/>
              </a:ext>
            </a:extLst>
          </p:cNvPr>
          <p:cNvSpPr>
            <a:spLocks xmlns:a="http://schemas.openxmlformats.org/drawingml/2006/main" noGrp="1"/>
          </p:cNvSpPr>
          <p:nvPr/>
        </p:nvSpPr>
        <p:spPr>
          <a:xfrm xmlns:a="http://schemas.openxmlformats.org/drawingml/2006/main">
            <a:off x="2962275" y="529590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0243B"/>
                </a:solidFill>
                <a:latin typeface="Aptos"/>
                <a:ea typeface="Aptos"/>
                <a:cs typeface="Aptos"/>
              </a:defRPr>
            </a:defPPr>
          </a:lstStyle>
          <a:p xmlns:a="http://schemas.openxmlformats.org/drawingml/2006/main">
            <a:pPr algn="ctr">
              <a:buNone/>
              <a:defRPr sz="1575" b="1">
                <a:solidFill>
                  <a:srgbClr val="10243B"/>
                </a:solidFill>
                <a:latin typeface="Aptos"/>
                <a:ea typeface="Aptos"/>
                <a:cs typeface="Aptos"/>
              </a:defRPr>
            </a:pPr>
            <a:r>
              <a:rPr sz="1575" b="1">
                <a:solidFill>
                  <a:srgbClr val="10243B"/>
                </a:solidFill>
                <a:latin typeface="Aptos"/>
                <a:ea typeface="Aptos"/>
                <a:cs typeface="Aptos"/>
              </a:rPr>
              <a:t>WL neighborhood counts  →  persistent components + cycles</a:t>
            </a:r>
          </a:p>
        </p:txBody>
      </p:sp>
      <p:sp>
        <p:nvSpPr>
          <p:cNvPr id="21" name="">
            <a:extLst xmlns:a="http://schemas.openxmlformats.org/drawingml/2006/main">
              <a:ext uri="{FF2B5EF4-FFF2-40B4-BE49-F238E27FC236}">
                <a16:creationId xmlns:a16="http://schemas.microsoft.com/office/drawing/2014/main" id="{0FC5F1EF-0DA3-4488-8CFD-62A851405A27}"/>
              </a:ext>
            </a:extLst>
          </p:cNvPr>
          <p:cNvSpPr>
            <a:spLocks xmlns:a="http://schemas.openxmlformats.org/drawingml/2006/main" noGrp="1"/>
          </p:cNvSpPr>
          <p:nvPr/>
        </p:nvSpPr>
        <p:spPr>
          <a:xfrm xmlns:a="http://schemas.openxmlformats.org/drawingml/2006/main">
            <a:off x="857250" y="58959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607286"/>
                </a:solidFill>
                <a:latin typeface="Aptos"/>
                <a:ea typeface="Aptos"/>
                <a:cs typeface="Aptos"/>
              </a:defRPr>
            </a:defPPr>
          </a:lstStyle>
          <a:p xmlns:a="http://schemas.openxmlformats.org/drawingml/2006/main">
            <a:pPr algn="ctr">
              <a:buNone/>
              <a:defRPr sz="1200" b="1">
                <a:solidFill>
                  <a:srgbClr val="607286"/>
                </a:solidFill>
                <a:latin typeface="Aptos"/>
                <a:ea typeface="Aptos"/>
                <a:cs typeface="Aptos"/>
              </a:defRPr>
            </a:pPr>
            <a:r>
              <a:rPr sz="1200" b="1">
                <a:solidFill>
                  <a:srgbClr val="607286"/>
                </a:solidFill>
                <a:latin typeface="Aptos"/>
                <a:ea typeface="Aptos"/>
                <a:cs typeface="Aptos"/>
              </a:rPr>
              <a:t>P-WL-C is established literature. λ weighting and binary cycle encoding are project adaptations.</a:t>
            </a:r>
          </a:p>
        </p:txBody>
      </p:sp>
    </p:spTree>
    <p:extLst>
      <p:ext uri="{BB962C8B-B14F-4D97-AF65-F5344CB8AC3E}">
        <p14:creationId xmlns:p14="http://schemas.microsoft.com/office/powerpoint/2010/main" val="1389043"/>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66EC7D7-8B62-4A1A-AEC4-8A1EAC5D3CAF}"/>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Weisfeiler–Lehman refines node labels</a:t>
            </a:r>
          </a:p>
        </p:txBody>
      </p:sp>
      <p:sp>
        <p:nvSpPr>
          <p:cNvPr id="2" name="">
            <a:extLst xmlns:a="http://schemas.openxmlformats.org/drawingml/2006/main">
              <a:ext uri="{FF2B5EF4-FFF2-40B4-BE49-F238E27FC236}">
                <a16:creationId xmlns:a16="http://schemas.microsoft.com/office/drawing/2014/main" id="{01037DAA-4433-4A2B-A52E-D339B80CFBA8}"/>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A node signature records its label and the multiset around it</a:t>
            </a:r>
          </a:p>
        </p:txBody>
      </p:sp>
      <p:sp>
        <p:nvSpPr>
          <p:cNvPr id="3" name="">
            <a:extLst xmlns:a="http://schemas.openxmlformats.org/drawingml/2006/main">
              <a:ext uri="{FF2B5EF4-FFF2-40B4-BE49-F238E27FC236}">
                <a16:creationId xmlns:a16="http://schemas.microsoft.com/office/drawing/2014/main" id="{9071CC47-25D6-4DB1-936D-51D29136CAB1}"/>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13CB14A-DF35-44C3-A770-DEC21D3F3DC5}"/>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METHODS</a:t>
            </a:r>
          </a:p>
        </p:txBody>
      </p:sp>
      <p:sp>
        <p:nvSpPr>
          <p:cNvPr id="5" name="">
            <a:extLst xmlns:a="http://schemas.openxmlformats.org/drawingml/2006/main">
              <a:ext uri="{FF2B5EF4-FFF2-40B4-BE49-F238E27FC236}">
                <a16:creationId xmlns:a16="http://schemas.microsoft.com/office/drawing/2014/main" id="{912B77FA-8966-417D-AAFC-A31A3BB2942F}"/>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563A49E6-2FB7-4E31-A049-1859B339A1B0}"/>
              </a:ext>
            </a:extLst>
          </p:cNvPr>
          <p:cNvSpPr>
            <a:spLocks xmlns:a="http://schemas.openxmlformats.org/drawingml/2006/main" noGrp="1"/>
          </p:cNvSpPr>
          <p:nvPr/>
        </p:nvSpPr>
        <p:spPr>
          <a:xfrm xmlns:a="http://schemas.openxmlformats.org/drawingml/2006/main">
            <a:off x="695325" y="14001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NEIGHBORHOOD A</a:t>
            </a:r>
          </a:p>
        </p:txBody>
      </p:sp>
      <p:sp>
        <p:nvSpPr>
          <p:cNvPr id="7" name="">
            <a:extLst xmlns:a="http://schemas.openxmlformats.org/drawingml/2006/main">
              <a:ext uri="{FF2B5EF4-FFF2-40B4-BE49-F238E27FC236}">
                <a16:creationId xmlns:a16="http://schemas.microsoft.com/office/drawing/2014/main" id="{8A455595-8562-4E0B-A430-697EEFBE45E5}"/>
              </a:ext>
            </a:extLst>
          </p:cNvPr>
          <p:cNvSpPr>
            <a:spLocks xmlns:a="http://schemas.openxmlformats.org/drawingml/2006/main" noGrp="1"/>
          </p:cNvSpPr>
          <p:nvPr/>
        </p:nvSpPr>
        <p:spPr>
          <a:xfrm xmlns:a="http://schemas.openxmlformats.org/drawingml/2006/main">
            <a:off x="4362450" y="14001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2644A"/>
                </a:solidFill>
                <a:latin typeface="Aptos"/>
                <a:ea typeface="Aptos"/>
                <a:cs typeface="Aptos"/>
              </a:defRPr>
            </a:defPPr>
          </a:lstStyle>
          <a:p xmlns:a="http://schemas.openxmlformats.org/drawingml/2006/main">
            <a:pPr algn="l">
              <a:buNone/>
              <a:defRPr sz="975" b="1">
                <a:solidFill>
                  <a:srgbClr val="D2644A"/>
                </a:solidFill>
                <a:latin typeface="Aptos"/>
                <a:ea typeface="Aptos"/>
                <a:cs typeface="Aptos"/>
              </a:defRPr>
            </a:pPr>
            <a:r>
              <a:rPr sz="975" b="1">
                <a:solidFill>
                  <a:srgbClr val="D2644A"/>
                </a:solidFill>
                <a:latin typeface="Aptos"/>
                <a:ea typeface="Aptos"/>
                <a:cs typeface="Aptos"/>
              </a:rPr>
              <a:t>NEIGHBORHOOD B</a:t>
            </a:r>
          </a:p>
        </p:txBody>
      </p:sp>
      <p:sp>
        <p:nvSpPr>
          <p:cNvPr id="8" name="">
            <a:extLst xmlns:a="http://schemas.openxmlformats.org/drawingml/2006/main">
              <a:ext uri="{FF2B5EF4-FFF2-40B4-BE49-F238E27FC236}">
                <a16:creationId xmlns:a16="http://schemas.microsoft.com/office/drawing/2014/main" id="{C1131723-3DD2-459C-A3C9-0D51B958A792}"/>
              </a:ext>
            </a:extLst>
          </p:cNvPr>
          <p:cNvSpPr>
            <a:spLocks xmlns:a="http://schemas.openxmlformats.org/drawingml/2006/main" noGrp="1"/>
          </p:cNvSpPr>
          <p:nvPr/>
        </p:nvSpPr>
        <p:spPr>
          <a:xfrm xmlns:a="http://schemas.openxmlformats.org/drawingml/2006/main" rot="7386681">
            <a:off x="1132069" y="3005138"/>
            <a:ext cx="1307738" cy="38100"/>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71DE331-8B3C-425B-8F6A-1C5527B6158B}"/>
              </a:ext>
            </a:extLst>
          </p:cNvPr>
          <p:cNvSpPr>
            <a:spLocks xmlns:a="http://schemas.openxmlformats.org/drawingml/2006/main" noGrp="1"/>
          </p:cNvSpPr>
          <p:nvPr/>
        </p:nvSpPr>
        <p:spPr>
          <a:xfrm xmlns:a="http://schemas.openxmlformats.org/drawingml/2006/main" rot="3413319">
            <a:off x="1846444" y="3005138"/>
            <a:ext cx="1307738" cy="38100"/>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22BEF4-70AD-4D20-B12C-61A267D2471D}"/>
              </a:ext>
            </a:extLst>
          </p:cNvPr>
          <p:cNvSpPr>
            <a:spLocks xmlns:a="http://schemas.openxmlformats.org/drawingml/2006/main" noGrp="1"/>
          </p:cNvSpPr>
          <p:nvPr/>
        </p:nvSpPr>
        <p:spPr>
          <a:xfrm xmlns:a="http://schemas.openxmlformats.org/drawingml/2006/main">
            <a:off x="1857375" y="2190750"/>
            <a:ext cx="571500" cy="57150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1" name="">
            <a:extLst xmlns:a="http://schemas.openxmlformats.org/drawingml/2006/main">
              <a:ext uri="{FF2B5EF4-FFF2-40B4-BE49-F238E27FC236}">
                <a16:creationId xmlns:a16="http://schemas.microsoft.com/office/drawing/2014/main" id="{11E7F487-C560-44D2-8C0F-60FB8D382DB6}"/>
              </a:ext>
            </a:extLst>
          </p:cNvPr>
          <p:cNvSpPr>
            <a:spLocks xmlns:a="http://schemas.openxmlformats.org/drawingml/2006/main" noGrp="1"/>
          </p:cNvSpPr>
          <p:nvPr/>
        </p:nvSpPr>
        <p:spPr>
          <a:xfrm xmlns:a="http://schemas.openxmlformats.org/drawingml/2006/main">
            <a:off x="1971675" y="235267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A</a:t>
            </a:r>
          </a:p>
        </p:txBody>
      </p:sp>
      <p:sp>
        <p:nvSpPr>
          <p:cNvPr id="12" name="">
            <a:extLst xmlns:a="http://schemas.openxmlformats.org/drawingml/2006/main">
              <a:ext uri="{FF2B5EF4-FFF2-40B4-BE49-F238E27FC236}">
                <a16:creationId xmlns:a16="http://schemas.microsoft.com/office/drawing/2014/main" id="{CBFE8157-51A1-4EB9-BC7D-355243088776}"/>
              </a:ext>
            </a:extLst>
          </p:cNvPr>
          <p:cNvSpPr>
            <a:spLocks xmlns:a="http://schemas.openxmlformats.org/drawingml/2006/main" noGrp="1"/>
          </p:cNvSpPr>
          <p:nvPr/>
        </p:nvSpPr>
        <p:spPr>
          <a:xfrm xmlns:a="http://schemas.openxmlformats.org/drawingml/2006/main">
            <a:off x="1143000" y="3286125"/>
            <a:ext cx="571500" cy="57150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3" name="">
            <a:extLst xmlns:a="http://schemas.openxmlformats.org/drawingml/2006/main">
              <a:ext uri="{FF2B5EF4-FFF2-40B4-BE49-F238E27FC236}">
                <a16:creationId xmlns:a16="http://schemas.microsoft.com/office/drawing/2014/main" id="{579191C1-3F85-45FF-B282-5CED94E0CA82}"/>
              </a:ext>
            </a:extLst>
          </p:cNvPr>
          <p:cNvSpPr>
            <a:spLocks xmlns:a="http://schemas.openxmlformats.org/drawingml/2006/main" noGrp="1"/>
          </p:cNvSpPr>
          <p:nvPr/>
        </p:nvSpPr>
        <p:spPr>
          <a:xfrm xmlns:a="http://schemas.openxmlformats.org/drawingml/2006/main">
            <a:off x="1257300" y="34480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B</a:t>
            </a:r>
          </a:p>
        </p:txBody>
      </p:sp>
      <p:sp>
        <p:nvSpPr>
          <p:cNvPr id="14" name="">
            <a:extLst xmlns:a="http://schemas.openxmlformats.org/drawingml/2006/main">
              <a:ext uri="{FF2B5EF4-FFF2-40B4-BE49-F238E27FC236}">
                <a16:creationId xmlns:a16="http://schemas.microsoft.com/office/drawing/2014/main" id="{7313F8ED-69A9-4778-8D2F-D9C5C7176B2D}"/>
              </a:ext>
            </a:extLst>
          </p:cNvPr>
          <p:cNvSpPr>
            <a:spLocks xmlns:a="http://schemas.openxmlformats.org/drawingml/2006/main" noGrp="1"/>
          </p:cNvSpPr>
          <p:nvPr/>
        </p:nvSpPr>
        <p:spPr>
          <a:xfrm xmlns:a="http://schemas.openxmlformats.org/drawingml/2006/main">
            <a:off x="2571750" y="3286125"/>
            <a:ext cx="571500" cy="57150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5" name="">
            <a:extLst xmlns:a="http://schemas.openxmlformats.org/drawingml/2006/main">
              <a:ext uri="{FF2B5EF4-FFF2-40B4-BE49-F238E27FC236}">
                <a16:creationId xmlns:a16="http://schemas.microsoft.com/office/drawing/2014/main" id="{14A4675F-F102-48DC-9189-CB44E343B447}"/>
              </a:ext>
            </a:extLst>
          </p:cNvPr>
          <p:cNvSpPr>
            <a:spLocks xmlns:a="http://schemas.openxmlformats.org/drawingml/2006/main" noGrp="1"/>
          </p:cNvSpPr>
          <p:nvPr/>
        </p:nvSpPr>
        <p:spPr>
          <a:xfrm xmlns:a="http://schemas.openxmlformats.org/drawingml/2006/main">
            <a:off x="2686050" y="34480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B</a:t>
            </a:r>
          </a:p>
        </p:txBody>
      </p:sp>
      <p:sp>
        <p:nvSpPr>
          <p:cNvPr id="16" name="">
            <a:extLst xmlns:a="http://schemas.openxmlformats.org/drawingml/2006/main">
              <a:ext uri="{FF2B5EF4-FFF2-40B4-BE49-F238E27FC236}">
                <a16:creationId xmlns:a16="http://schemas.microsoft.com/office/drawing/2014/main" id="{611F8983-F1A8-499B-B99D-5F241D5CC930}"/>
              </a:ext>
            </a:extLst>
          </p:cNvPr>
          <p:cNvSpPr>
            <a:spLocks xmlns:a="http://schemas.openxmlformats.org/drawingml/2006/main" noGrp="1"/>
          </p:cNvSpPr>
          <p:nvPr/>
        </p:nvSpPr>
        <p:spPr>
          <a:xfrm xmlns:a="http://schemas.openxmlformats.org/drawingml/2006/main" rot="7386681">
            <a:off x="4799194" y="3005138"/>
            <a:ext cx="1307738" cy="38100"/>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3A0C77C-1432-486E-A8D7-1C5C7CEF052E}"/>
              </a:ext>
            </a:extLst>
          </p:cNvPr>
          <p:cNvSpPr>
            <a:spLocks xmlns:a="http://schemas.openxmlformats.org/drawingml/2006/main" noGrp="1"/>
          </p:cNvSpPr>
          <p:nvPr/>
        </p:nvSpPr>
        <p:spPr>
          <a:xfrm xmlns:a="http://schemas.openxmlformats.org/drawingml/2006/main" rot="3413319">
            <a:off x="5513569" y="3005138"/>
            <a:ext cx="1307738" cy="38100"/>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2C4EF5-93B5-4742-83B3-0F4927452FF5}"/>
              </a:ext>
            </a:extLst>
          </p:cNvPr>
          <p:cNvSpPr>
            <a:spLocks xmlns:a="http://schemas.openxmlformats.org/drawingml/2006/main" noGrp="1"/>
          </p:cNvSpPr>
          <p:nvPr/>
        </p:nvSpPr>
        <p:spPr>
          <a:xfrm xmlns:a="http://schemas.openxmlformats.org/drawingml/2006/main">
            <a:off x="5524500" y="2190750"/>
            <a:ext cx="571500" cy="571500"/>
          </a:xfrm>
          <a:prstGeom xmlns:a="http://schemas.openxmlformats.org/drawingml/2006/main" prst="ellipse">
            <a:avLst/>
          </a:prstGeom>
          <a:solidFill xmlns:a="http://schemas.openxmlformats.org/drawingml/2006/main">
            <a:srgbClr val="F7E3DD"/>
          </a:solidFill>
          <a:ln xmlns:a="http://schemas.openxmlformats.org/drawingml/2006/main" w="28575">
            <a:solidFill>
              <a:srgbClr val="183652"/>
            </a:solidFill>
            <a:prstDash val="solid"/>
          </a:ln>
        </p:spPr>
      </p:sp>
      <p:sp>
        <p:nvSpPr>
          <p:cNvPr id="19" name="">
            <a:extLst xmlns:a="http://schemas.openxmlformats.org/drawingml/2006/main">
              <a:ext uri="{FF2B5EF4-FFF2-40B4-BE49-F238E27FC236}">
                <a16:creationId xmlns:a16="http://schemas.microsoft.com/office/drawing/2014/main" id="{CBC3C136-7024-4F84-9F35-6BB3FAEDC81F}"/>
              </a:ext>
            </a:extLst>
          </p:cNvPr>
          <p:cNvSpPr>
            <a:spLocks xmlns:a="http://schemas.openxmlformats.org/drawingml/2006/main" noGrp="1"/>
          </p:cNvSpPr>
          <p:nvPr/>
        </p:nvSpPr>
        <p:spPr>
          <a:xfrm xmlns:a="http://schemas.openxmlformats.org/drawingml/2006/main">
            <a:off x="5638800" y="235267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A</a:t>
            </a:r>
          </a:p>
        </p:txBody>
      </p:sp>
      <p:sp>
        <p:nvSpPr>
          <p:cNvPr id="20" name="">
            <a:extLst xmlns:a="http://schemas.openxmlformats.org/drawingml/2006/main">
              <a:ext uri="{FF2B5EF4-FFF2-40B4-BE49-F238E27FC236}">
                <a16:creationId xmlns:a16="http://schemas.microsoft.com/office/drawing/2014/main" id="{C6EFF207-1CFF-4774-9008-BEC5553B21E4}"/>
              </a:ext>
            </a:extLst>
          </p:cNvPr>
          <p:cNvSpPr>
            <a:spLocks xmlns:a="http://schemas.openxmlformats.org/drawingml/2006/main" noGrp="1"/>
          </p:cNvSpPr>
          <p:nvPr/>
        </p:nvSpPr>
        <p:spPr>
          <a:xfrm xmlns:a="http://schemas.openxmlformats.org/drawingml/2006/main">
            <a:off x="4810125" y="3286125"/>
            <a:ext cx="571500" cy="571500"/>
          </a:xfrm>
          <a:prstGeom xmlns:a="http://schemas.openxmlformats.org/drawingml/2006/main" prst="ellipse">
            <a:avLst/>
          </a:prstGeom>
          <a:solidFill xmlns:a="http://schemas.openxmlformats.org/drawingml/2006/main">
            <a:srgbClr val="F7E3DD"/>
          </a:solidFill>
          <a:ln xmlns:a="http://schemas.openxmlformats.org/drawingml/2006/main" w="28575">
            <a:solidFill>
              <a:srgbClr val="183652"/>
            </a:solidFill>
            <a:prstDash val="solid"/>
          </a:ln>
        </p:spPr>
      </p:sp>
      <p:sp>
        <p:nvSpPr>
          <p:cNvPr id="21" name="">
            <a:extLst xmlns:a="http://schemas.openxmlformats.org/drawingml/2006/main">
              <a:ext uri="{FF2B5EF4-FFF2-40B4-BE49-F238E27FC236}">
                <a16:creationId xmlns:a16="http://schemas.microsoft.com/office/drawing/2014/main" id="{9DB68CFA-785B-4E5E-B7D7-753270260D46}"/>
              </a:ext>
            </a:extLst>
          </p:cNvPr>
          <p:cNvSpPr>
            <a:spLocks xmlns:a="http://schemas.openxmlformats.org/drawingml/2006/main" noGrp="1"/>
          </p:cNvSpPr>
          <p:nvPr/>
        </p:nvSpPr>
        <p:spPr>
          <a:xfrm xmlns:a="http://schemas.openxmlformats.org/drawingml/2006/main">
            <a:off x="4924425" y="34480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B</a:t>
            </a:r>
          </a:p>
        </p:txBody>
      </p:sp>
      <p:sp>
        <p:nvSpPr>
          <p:cNvPr id="22" name="">
            <a:extLst xmlns:a="http://schemas.openxmlformats.org/drawingml/2006/main">
              <a:ext uri="{FF2B5EF4-FFF2-40B4-BE49-F238E27FC236}">
                <a16:creationId xmlns:a16="http://schemas.microsoft.com/office/drawing/2014/main" id="{FC137E20-0C80-40E4-8805-333B21EF0215}"/>
              </a:ext>
            </a:extLst>
          </p:cNvPr>
          <p:cNvSpPr>
            <a:spLocks xmlns:a="http://schemas.openxmlformats.org/drawingml/2006/main" noGrp="1"/>
          </p:cNvSpPr>
          <p:nvPr/>
        </p:nvSpPr>
        <p:spPr>
          <a:xfrm xmlns:a="http://schemas.openxmlformats.org/drawingml/2006/main">
            <a:off x="6238875" y="3286125"/>
            <a:ext cx="571500" cy="571500"/>
          </a:xfrm>
          <a:prstGeom xmlns:a="http://schemas.openxmlformats.org/drawingml/2006/main" prst="ellipse">
            <a:avLst/>
          </a:prstGeom>
          <a:solidFill xmlns:a="http://schemas.openxmlformats.org/drawingml/2006/main">
            <a:srgbClr val="F7E3DD"/>
          </a:solidFill>
          <a:ln xmlns:a="http://schemas.openxmlformats.org/drawingml/2006/main" w="28575">
            <a:solidFill>
              <a:srgbClr val="183652"/>
            </a:solidFill>
            <a:prstDash val="solid"/>
          </a:ln>
        </p:spPr>
      </p:sp>
      <p:sp>
        <p:nvSpPr>
          <p:cNvPr id="23" name="">
            <a:extLst xmlns:a="http://schemas.openxmlformats.org/drawingml/2006/main">
              <a:ext uri="{FF2B5EF4-FFF2-40B4-BE49-F238E27FC236}">
                <a16:creationId xmlns:a16="http://schemas.microsoft.com/office/drawing/2014/main" id="{0D97394B-8FB8-43D0-974A-D583E59E5512}"/>
              </a:ext>
            </a:extLst>
          </p:cNvPr>
          <p:cNvSpPr>
            <a:spLocks xmlns:a="http://schemas.openxmlformats.org/drawingml/2006/main" noGrp="1"/>
          </p:cNvSpPr>
          <p:nvPr/>
        </p:nvSpPr>
        <p:spPr>
          <a:xfrm xmlns:a="http://schemas.openxmlformats.org/drawingml/2006/main">
            <a:off x="6353175" y="34480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C</a:t>
            </a:r>
          </a:p>
        </p:txBody>
      </p:sp>
      <p:sp>
        <p:nvSpPr>
          <p:cNvPr id="24" name="">
            <a:extLst xmlns:a="http://schemas.openxmlformats.org/drawingml/2006/main">
              <a:ext uri="{FF2B5EF4-FFF2-40B4-BE49-F238E27FC236}">
                <a16:creationId xmlns:a16="http://schemas.microsoft.com/office/drawing/2014/main" id="{3FC9EE42-74C5-4497-B436-1077592D6DBA}"/>
              </a:ext>
            </a:extLst>
          </p:cNvPr>
          <p:cNvSpPr>
            <a:spLocks xmlns:a="http://schemas.openxmlformats.org/drawingml/2006/main" noGrp="1"/>
          </p:cNvSpPr>
          <p:nvPr/>
        </p:nvSpPr>
        <p:spPr>
          <a:xfrm xmlns:a="http://schemas.openxmlformats.org/drawingml/2006/main">
            <a:off x="1238250" y="4048125"/>
            <a:ext cx="1876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0243B"/>
                </a:solidFill>
                <a:latin typeface="Aptos"/>
                <a:ea typeface="Aptos"/>
                <a:cs typeface="Aptos"/>
              </a:defRPr>
            </a:defPPr>
          </a:lstStyle>
          <a:p xmlns:a="http://schemas.openxmlformats.org/drawingml/2006/main">
            <a:pPr algn="ctr">
              <a:buNone/>
              <a:defRPr sz="1425" b="1">
                <a:solidFill>
                  <a:srgbClr val="10243B"/>
                </a:solidFill>
                <a:latin typeface="Aptos"/>
                <a:ea typeface="Aptos"/>
                <a:cs typeface="Aptos"/>
              </a:defRPr>
            </a:pPr>
            <a:r>
              <a:rPr sz="1425" b="1">
                <a:solidFill>
                  <a:srgbClr val="10243B"/>
                </a:solidFill>
                <a:latin typeface="Aptos"/>
                <a:ea typeface="Aptos"/>
                <a:cs typeface="Aptos"/>
              </a:rPr>
              <a:t>A | {B, B}</a:t>
            </a:r>
          </a:p>
        </p:txBody>
      </p:sp>
      <p:sp>
        <p:nvSpPr>
          <p:cNvPr id="25" name="">
            <a:extLst xmlns:a="http://schemas.openxmlformats.org/drawingml/2006/main">
              <a:ext uri="{FF2B5EF4-FFF2-40B4-BE49-F238E27FC236}">
                <a16:creationId xmlns:a16="http://schemas.microsoft.com/office/drawing/2014/main" id="{3F5187D8-6588-4FB2-AC4B-85330AC27926}"/>
              </a:ext>
            </a:extLst>
          </p:cNvPr>
          <p:cNvSpPr>
            <a:spLocks xmlns:a="http://schemas.openxmlformats.org/drawingml/2006/main" noGrp="1"/>
          </p:cNvSpPr>
          <p:nvPr/>
        </p:nvSpPr>
        <p:spPr>
          <a:xfrm xmlns:a="http://schemas.openxmlformats.org/drawingml/2006/main">
            <a:off x="4905375" y="4048125"/>
            <a:ext cx="1876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D2644A"/>
                </a:solidFill>
                <a:latin typeface="Aptos"/>
                <a:ea typeface="Aptos"/>
                <a:cs typeface="Aptos"/>
              </a:defRPr>
            </a:defPPr>
          </a:lstStyle>
          <a:p xmlns:a="http://schemas.openxmlformats.org/drawingml/2006/main">
            <a:pPr algn="ctr">
              <a:buNone/>
              <a:defRPr sz="1425" b="1">
                <a:solidFill>
                  <a:srgbClr val="D2644A"/>
                </a:solidFill>
                <a:latin typeface="Aptos"/>
                <a:ea typeface="Aptos"/>
                <a:cs typeface="Aptos"/>
              </a:defRPr>
            </a:pPr>
            <a:r>
              <a:rPr sz="1425" b="1">
                <a:solidFill>
                  <a:srgbClr val="D2644A"/>
                </a:solidFill>
                <a:latin typeface="Aptos"/>
                <a:ea typeface="Aptos"/>
                <a:cs typeface="Aptos"/>
              </a:rPr>
              <a:t>A | {B, C}</a:t>
            </a:r>
          </a:p>
        </p:txBody>
      </p:sp>
      <p:sp>
        <p:nvSpPr>
          <p:cNvPr id="26" name="">
            <a:extLst xmlns:a="http://schemas.openxmlformats.org/drawingml/2006/main">
              <a:ext uri="{FF2B5EF4-FFF2-40B4-BE49-F238E27FC236}">
                <a16:creationId xmlns:a16="http://schemas.microsoft.com/office/drawing/2014/main" id="{8DB7A937-D4A9-4892-A7C7-744CD57E8974}"/>
              </a:ext>
            </a:extLst>
          </p:cNvPr>
          <p:cNvSpPr>
            <a:spLocks xmlns:a="http://schemas.openxmlformats.org/drawingml/2006/main" noGrp="1"/>
          </p:cNvSpPr>
          <p:nvPr/>
        </p:nvSpPr>
        <p:spPr>
          <a:xfrm xmlns:a="http://schemas.openxmlformats.org/drawingml/2006/main">
            <a:off x="7905750" y="1714500"/>
            <a:ext cx="3476625" cy="1181100"/>
          </a:xfrm>
          <a:prstGeom xmlns:a="http://schemas.openxmlformats.org/drawingml/2006/main" prst="roundRect">
            <a:avLst>
              <a:gd name="adj" fmla="val 6452"/>
            </a:avLst>
          </a:prstGeom>
          <a:solidFill xmlns:a="http://schemas.openxmlformats.org/drawingml/2006/main">
            <a:srgbClr val="1024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6B6ACCF-35CE-4FD9-9B4D-9F297387F9CB}"/>
              </a:ext>
            </a:extLst>
          </p:cNvPr>
          <p:cNvSpPr>
            <a:spLocks xmlns:a="http://schemas.openxmlformats.org/drawingml/2006/main" noGrp="1"/>
          </p:cNvSpPr>
          <p:nvPr/>
        </p:nvSpPr>
        <p:spPr>
          <a:xfrm xmlns:a="http://schemas.openxmlformats.org/drawingml/2006/main">
            <a:off x="8172450" y="1924050"/>
            <a:ext cx="2952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00" b="1">
                <a:solidFill>
                  <a:srgbClr val="FFFFFF"/>
                </a:solidFill>
                <a:latin typeface="Aptos"/>
                <a:ea typeface="Aptos"/>
                <a:cs typeface="Aptos"/>
              </a:defRPr>
            </a:defPPr>
          </a:lstStyle>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ℓₕ(v) = hash(ℓₕ₋₁(v), sorted neighbor labels)</a:t>
            </a:r>
          </a:p>
        </p:txBody>
      </p:sp>
      <p:sp>
        <p:nvSpPr>
          <p:cNvPr id="28" name="">
            <a:extLst xmlns:a="http://schemas.openxmlformats.org/drawingml/2006/main">
              <a:ext uri="{FF2B5EF4-FFF2-40B4-BE49-F238E27FC236}">
                <a16:creationId xmlns:a16="http://schemas.microsoft.com/office/drawing/2014/main" id="{3F86E26D-225F-4566-824E-F0D73E06A061}"/>
              </a:ext>
            </a:extLst>
          </p:cNvPr>
          <p:cNvSpPr>
            <a:spLocks xmlns:a="http://schemas.openxmlformats.org/drawingml/2006/main" noGrp="1"/>
          </p:cNvSpPr>
          <p:nvPr/>
        </p:nvSpPr>
        <p:spPr>
          <a:xfrm xmlns:a="http://schemas.openxmlformats.org/drawingml/2006/main">
            <a:off x="8096250" y="3152775"/>
            <a:ext cx="31813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22238"/>
                </a:solidFill>
                <a:latin typeface="Aptos"/>
                <a:ea typeface="Aptos"/>
                <a:cs typeface="Aptos"/>
              </a:defRPr>
            </a:defPPr>
          </a:lstStyle>
          <a:p xmlns:a="http://schemas.openxmlformats.org/drawingml/2006/main">
            <a:pPr algn="ctr">
              <a:buNone/>
              <a:defRPr sz="1575" b="1">
                <a:solidFill>
                  <a:srgbClr val="122238"/>
                </a:solidFill>
                <a:latin typeface="Aptos"/>
                <a:ea typeface="Aptos"/>
                <a:cs typeface="Aptos"/>
              </a:defRPr>
            </a:pPr>
            <a:r>
              <a:rPr sz="1575" b="1">
                <a:solidFill>
                  <a:srgbClr val="122238"/>
                </a:solidFill>
                <a:latin typeface="Aptos"/>
                <a:ea typeface="Aptos"/>
                <a:cs typeface="Aptos"/>
              </a:rPr>
              <a:t>Repeat for h = 1…H</a:t>
            </a:r>
          </a:p>
        </p:txBody>
      </p:sp>
      <p:sp>
        <p:nvSpPr>
          <p:cNvPr id="29" name="">
            <a:extLst xmlns:a="http://schemas.openxmlformats.org/drawingml/2006/main">
              <a:ext uri="{FF2B5EF4-FFF2-40B4-BE49-F238E27FC236}">
                <a16:creationId xmlns:a16="http://schemas.microsoft.com/office/drawing/2014/main" id="{8A4882E8-4A8E-47FE-9CD5-92ABABE79BE2}"/>
              </a:ext>
            </a:extLst>
          </p:cNvPr>
          <p:cNvSpPr>
            <a:spLocks xmlns:a="http://schemas.openxmlformats.org/drawingml/2006/main" noGrp="1"/>
          </p:cNvSpPr>
          <p:nvPr/>
        </p:nvSpPr>
        <p:spPr>
          <a:xfrm xmlns:a="http://schemas.openxmlformats.org/drawingml/2006/main">
            <a:off x="8029575" y="3952875"/>
            <a:ext cx="32385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B94EEBF-4BB4-4BA8-9710-C6102F38C1A1}"/>
              </a:ext>
            </a:extLst>
          </p:cNvPr>
          <p:cNvSpPr>
            <a:spLocks xmlns:a="http://schemas.openxmlformats.org/drawingml/2006/main" noGrp="1"/>
          </p:cNvSpPr>
          <p:nvPr/>
        </p:nvSpPr>
        <p:spPr>
          <a:xfrm xmlns:a="http://schemas.openxmlformats.org/drawingml/2006/main">
            <a:off x="8096250" y="4143375"/>
            <a:ext cx="31813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122238"/>
                </a:solidFill>
                <a:latin typeface="Aptos"/>
                <a:ea typeface="Aptos"/>
                <a:cs typeface="Aptos"/>
              </a:defRPr>
            </a:defPPr>
          </a:lstStyle>
          <a:p xmlns:a="http://schemas.openxmlformats.org/drawingml/2006/main">
            <a:pPr algn="ctr">
              <a:buNone/>
              <a:defRPr sz="1575" b="0">
                <a:solidFill>
                  <a:srgbClr val="122238"/>
                </a:solidFill>
                <a:latin typeface="Aptos"/>
                <a:ea typeface="Aptos"/>
                <a:cs typeface="Aptos"/>
              </a:defRPr>
            </a:pPr>
            <a:r>
              <a:rPr sz="1575" b="0">
                <a:solidFill>
                  <a:srgbClr val="122238"/>
                </a:solidFill>
                <a:latin typeface="Aptos"/>
                <a:ea typeface="Aptos"/>
                <a:cs typeface="Aptos"/>
              </a:rPr>
              <a:t>φWL(G) concatenates label counts from every depth.</a:t>
            </a:r>
          </a:p>
        </p:txBody>
      </p:sp>
      <p:sp>
        <p:nvSpPr>
          <p:cNvPr id="31" name="">
            <a:extLst xmlns:a="http://schemas.openxmlformats.org/drawingml/2006/main">
              <a:ext uri="{FF2B5EF4-FFF2-40B4-BE49-F238E27FC236}">
                <a16:creationId xmlns:a16="http://schemas.microsoft.com/office/drawing/2014/main" id="{658A4392-088C-426F-AD39-EDFAABF541A6}"/>
              </a:ext>
            </a:extLst>
          </p:cNvPr>
          <p:cNvSpPr>
            <a:spLocks xmlns:a="http://schemas.openxmlformats.org/drawingml/2006/main" noGrp="1"/>
          </p:cNvSpPr>
          <p:nvPr/>
        </p:nvSpPr>
        <p:spPr>
          <a:xfrm xmlns:a="http://schemas.openxmlformats.org/drawingml/2006/main">
            <a:off x="1095375" y="5029200"/>
            <a:ext cx="10001250" cy="647700"/>
          </a:xfrm>
          <a:prstGeom xmlns:a="http://schemas.openxmlformats.org/drawingml/2006/main" prst="roundRect">
            <a:avLst>
              <a:gd name="adj" fmla="val 11765"/>
            </a:avLst>
          </a:prstGeom>
          <a:solidFill xmlns:a="http://schemas.openxmlformats.org/drawingml/2006/main">
            <a:srgbClr val="D9EFE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64DD55B-C5C4-4783-8D2A-2F3FFA7521B8}"/>
              </a:ext>
            </a:extLst>
          </p:cNvPr>
          <p:cNvSpPr>
            <a:spLocks xmlns:a="http://schemas.openxmlformats.org/drawingml/2006/main" noGrp="1"/>
          </p:cNvSpPr>
          <p:nvPr/>
        </p:nvSpPr>
        <p:spPr>
          <a:xfrm xmlns:a="http://schemas.openxmlformats.org/drawingml/2006/main">
            <a:off x="1333500" y="51625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0243B"/>
                </a:solidFill>
                <a:latin typeface="Aptos"/>
                <a:ea typeface="Aptos"/>
                <a:cs typeface="Aptos"/>
              </a:defRPr>
            </a:defPPr>
          </a:lstStyle>
          <a:p xmlns:a="http://schemas.openxmlformats.org/drawingml/2006/main">
            <a:pPr algn="ctr">
              <a:buNone/>
              <a:defRPr sz="1575" b="1">
                <a:solidFill>
                  <a:srgbClr val="10243B"/>
                </a:solidFill>
                <a:latin typeface="Aptos"/>
                <a:ea typeface="Aptos"/>
                <a:cs typeface="Aptos"/>
              </a:defRPr>
            </a:pPr>
            <a:r>
              <a:rPr sz="1575" b="1">
                <a:solidFill>
                  <a:srgbClr val="10243B"/>
                </a:solidFill>
                <a:latin typeface="Aptos"/>
                <a:ea typeface="Aptos"/>
                <a:cs typeface="Aptos"/>
              </a:rPr>
              <a:t>Explicit graph vector  →  inner product is the induced WL kernel</a:t>
            </a:r>
          </a:p>
        </p:txBody>
      </p:sp>
    </p:spTree>
    <p:extLst>
      <p:ext uri="{BB962C8B-B14F-4D97-AF65-F5344CB8AC3E}">
        <p14:creationId xmlns:p14="http://schemas.microsoft.com/office/powerpoint/2010/main" val="470140517"/>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69EC24A7-9DFC-48A3-8F0C-18E7F49D7994}"/>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Persistent WL weights label occurrences by merge lifetime</a:t>
            </a:r>
          </a:p>
        </p:txBody>
      </p:sp>
      <p:sp>
        <p:nvSpPr>
          <p:cNvPr id="2" name="">
            <a:extLst xmlns:a="http://schemas.openxmlformats.org/drawingml/2006/main">
              <a:ext uri="{FF2B5EF4-FFF2-40B4-BE49-F238E27FC236}">
                <a16:creationId xmlns:a16="http://schemas.microsoft.com/office/drawing/2014/main" id="{D6EBB18C-A6EE-4EAD-96F7-F297AE62D01C}"/>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A filtration inserts edges from low weight to high weight</a:t>
            </a:r>
          </a:p>
        </p:txBody>
      </p:sp>
      <p:sp>
        <p:nvSpPr>
          <p:cNvPr id="3" name="">
            <a:extLst xmlns:a="http://schemas.openxmlformats.org/drawingml/2006/main">
              <a:ext uri="{FF2B5EF4-FFF2-40B4-BE49-F238E27FC236}">
                <a16:creationId xmlns:a16="http://schemas.microsoft.com/office/drawing/2014/main" id="{55647DEA-8C93-43D2-A9DC-D3CEBDE1CCC9}"/>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9154B2B-0B74-4234-B1E6-6C12AFC93344}"/>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METHODS</a:t>
            </a:r>
          </a:p>
        </p:txBody>
      </p:sp>
      <p:sp>
        <p:nvSpPr>
          <p:cNvPr id="5" name="">
            <a:extLst xmlns:a="http://schemas.openxmlformats.org/drawingml/2006/main">
              <a:ext uri="{FF2B5EF4-FFF2-40B4-BE49-F238E27FC236}">
                <a16:creationId xmlns:a16="http://schemas.microsoft.com/office/drawing/2014/main" id="{CF154A10-F703-4205-8630-404366D8AF82}"/>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EB1EC07A-18EE-454D-84F2-2B2E53C4B7D3}"/>
              </a:ext>
            </a:extLst>
          </p:cNvPr>
          <p:cNvSpPr>
            <a:spLocks xmlns:a="http://schemas.openxmlformats.org/drawingml/2006/main" noGrp="1"/>
          </p:cNvSpPr>
          <p:nvPr/>
        </p:nvSpPr>
        <p:spPr>
          <a:xfrm xmlns:a="http://schemas.openxmlformats.org/drawingml/2006/main" rot="-2084092">
            <a:off x="1256046" y="2319338"/>
            <a:ext cx="869283"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2F4B08-1EE2-42D2-A5A4-0FE50AA41886}"/>
              </a:ext>
            </a:extLst>
          </p:cNvPr>
          <p:cNvSpPr>
            <a:spLocks xmlns:a="http://schemas.openxmlformats.org/drawingml/2006/main" noGrp="1"/>
          </p:cNvSpPr>
          <p:nvPr/>
        </p:nvSpPr>
        <p:spPr>
          <a:xfrm xmlns:a="http://schemas.openxmlformats.org/drawingml/2006/main">
            <a:off x="1200150" y="24574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8" name="">
            <a:extLst xmlns:a="http://schemas.openxmlformats.org/drawingml/2006/main">
              <a:ext uri="{FF2B5EF4-FFF2-40B4-BE49-F238E27FC236}">
                <a16:creationId xmlns:a16="http://schemas.microsoft.com/office/drawing/2014/main" id="{1596B44F-EEBC-401E-A01B-3BFDEAFDCC65}"/>
              </a:ext>
            </a:extLst>
          </p:cNvPr>
          <p:cNvSpPr>
            <a:spLocks xmlns:a="http://schemas.openxmlformats.org/drawingml/2006/main" noGrp="1"/>
          </p:cNvSpPr>
          <p:nvPr/>
        </p:nvSpPr>
        <p:spPr>
          <a:xfrm xmlns:a="http://schemas.openxmlformats.org/drawingml/2006/main">
            <a:off x="1914525" y="19621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9" name="">
            <a:extLst xmlns:a="http://schemas.openxmlformats.org/drawingml/2006/main">
              <a:ext uri="{FF2B5EF4-FFF2-40B4-BE49-F238E27FC236}">
                <a16:creationId xmlns:a16="http://schemas.microsoft.com/office/drawing/2014/main" id="{0C240EDE-3941-4C34-A727-1CA4126B3E45}"/>
              </a:ext>
            </a:extLst>
          </p:cNvPr>
          <p:cNvSpPr>
            <a:spLocks xmlns:a="http://schemas.openxmlformats.org/drawingml/2006/main" noGrp="1"/>
          </p:cNvSpPr>
          <p:nvPr/>
        </p:nvSpPr>
        <p:spPr>
          <a:xfrm xmlns:a="http://schemas.openxmlformats.org/drawingml/2006/main">
            <a:off x="2628900" y="24574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10" name="">
            <a:extLst xmlns:a="http://schemas.openxmlformats.org/drawingml/2006/main">
              <a:ext uri="{FF2B5EF4-FFF2-40B4-BE49-F238E27FC236}">
                <a16:creationId xmlns:a16="http://schemas.microsoft.com/office/drawing/2014/main" id="{02BFFB8A-A0AB-4596-800C-E322ED31C73A}"/>
              </a:ext>
            </a:extLst>
          </p:cNvPr>
          <p:cNvSpPr>
            <a:spLocks xmlns:a="http://schemas.openxmlformats.org/drawingml/2006/main" noGrp="1"/>
          </p:cNvSpPr>
          <p:nvPr/>
        </p:nvSpPr>
        <p:spPr>
          <a:xfrm xmlns:a="http://schemas.openxmlformats.org/drawingml/2006/main">
            <a:off x="1914525" y="29527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11" name="">
            <a:extLst xmlns:a="http://schemas.openxmlformats.org/drawingml/2006/main">
              <a:ext uri="{FF2B5EF4-FFF2-40B4-BE49-F238E27FC236}">
                <a16:creationId xmlns:a16="http://schemas.microsoft.com/office/drawing/2014/main" id="{A5FAF9FD-40CB-443B-B6AE-99BFF3794008}"/>
              </a:ext>
            </a:extLst>
          </p:cNvPr>
          <p:cNvSpPr>
            <a:spLocks xmlns:a="http://schemas.openxmlformats.org/drawingml/2006/main" noGrp="1"/>
          </p:cNvSpPr>
          <p:nvPr/>
        </p:nvSpPr>
        <p:spPr>
          <a:xfrm xmlns:a="http://schemas.openxmlformats.org/drawingml/2006/main">
            <a:off x="1028700" y="3371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243B"/>
                </a:solidFill>
                <a:latin typeface="Aptos"/>
                <a:ea typeface="Aptos"/>
                <a:cs typeface="Aptos"/>
              </a:defRPr>
            </a:defPPr>
          </a:lstStyle>
          <a:p xmlns:a="http://schemas.openxmlformats.org/drawingml/2006/main">
            <a:pPr algn="ctr">
              <a:buNone/>
              <a:defRPr sz="1200" b="1">
                <a:solidFill>
                  <a:srgbClr val="10243B"/>
                </a:solidFill>
                <a:latin typeface="Aptos"/>
                <a:ea typeface="Aptos"/>
                <a:cs typeface="Aptos"/>
              </a:defRPr>
            </a:pPr>
            <a:r>
              <a:rPr sz="1200" b="1">
                <a:solidFill>
                  <a:srgbClr val="10243B"/>
                </a:solidFill>
                <a:latin typeface="Aptos"/>
                <a:ea typeface="Aptos"/>
                <a:cs typeface="Aptos"/>
              </a:rPr>
              <a:t>w = 1.0</a:t>
            </a:r>
          </a:p>
        </p:txBody>
      </p:sp>
      <p:sp>
        <p:nvSpPr>
          <p:cNvPr id="12" name="">
            <a:extLst xmlns:a="http://schemas.openxmlformats.org/drawingml/2006/main">
              <a:ext uri="{FF2B5EF4-FFF2-40B4-BE49-F238E27FC236}">
                <a16:creationId xmlns:a16="http://schemas.microsoft.com/office/drawing/2014/main" id="{0EEF7BB0-77C3-4305-946A-D0696D88EF8F}"/>
              </a:ext>
            </a:extLst>
          </p:cNvPr>
          <p:cNvSpPr>
            <a:spLocks xmlns:a="http://schemas.openxmlformats.org/drawingml/2006/main" noGrp="1"/>
          </p:cNvSpPr>
          <p:nvPr/>
        </p:nvSpPr>
        <p:spPr>
          <a:xfrm xmlns:a="http://schemas.openxmlformats.org/drawingml/2006/main">
            <a:off x="3181350" y="2576513"/>
            <a:ext cx="333375" cy="28575"/>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BCF678-02B0-4ECB-9402-A4183A77E157}"/>
              </a:ext>
            </a:extLst>
          </p:cNvPr>
          <p:cNvSpPr>
            <a:spLocks xmlns:a="http://schemas.openxmlformats.org/drawingml/2006/main" noGrp="1"/>
          </p:cNvSpPr>
          <p:nvPr/>
        </p:nvSpPr>
        <p:spPr>
          <a:xfrm xmlns:a="http://schemas.openxmlformats.org/drawingml/2006/main" rot="5400000">
            <a:off x="3486150" y="2533650"/>
            <a:ext cx="114300" cy="114300"/>
          </a:xfrm>
          <a:prstGeom xmlns:a="http://schemas.openxmlformats.org/drawingml/2006/main" prst="triangle">
            <a:avLst/>
          </a:prstGeom>
          <a:solidFill xmlns:a="http://schemas.openxmlformats.org/drawingml/2006/main">
            <a:srgbClr val="B8C3C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CE1F88A-8CF3-4434-8709-57CA822E811A}"/>
              </a:ext>
            </a:extLst>
          </p:cNvPr>
          <p:cNvSpPr>
            <a:spLocks xmlns:a="http://schemas.openxmlformats.org/drawingml/2006/main" noGrp="1"/>
          </p:cNvSpPr>
          <p:nvPr/>
        </p:nvSpPr>
        <p:spPr>
          <a:xfrm xmlns:a="http://schemas.openxmlformats.org/drawingml/2006/main" rot="-2084092">
            <a:off x="3923046" y="2319338"/>
            <a:ext cx="869283"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2E4E5E3-9182-4045-91B2-2DEF7C9FA481}"/>
              </a:ext>
            </a:extLst>
          </p:cNvPr>
          <p:cNvSpPr>
            <a:spLocks xmlns:a="http://schemas.openxmlformats.org/drawingml/2006/main" noGrp="1"/>
          </p:cNvSpPr>
          <p:nvPr/>
        </p:nvSpPr>
        <p:spPr>
          <a:xfrm xmlns:a="http://schemas.openxmlformats.org/drawingml/2006/main" rot="2084092">
            <a:off x="4637421" y="2319338"/>
            <a:ext cx="869283"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4707096-2EF3-49C5-96C9-EF14583725F6}"/>
              </a:ext>
            </a:extLst>
          </p:cNvPr>
          <p:cNvSpPr>
            <a:spLocks xmlns:a="http://schemas.openxmlformats.org/drawingml/2006/main" noGrp="1"/>
          </p:cNvSpPr>
          <p:nvPr/>
        </p:nvSpPr>
        <p:spPr>
          <a:xfrm xmlns:a="http://schemas.openxmlformats.org/drawingml/2006/main">
            <a:off x="3867150" y="24574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17" name="">
            <a:extLst xmlns:a="http://schemas.openxmlformats.org/drawingml/2006/main">
              <a:ext uri="{FF2B5EF4-FFF2-40B4-BE49-F238E27FC236}">
                <a16:creationId xmlns:a16="http://schemas.microsoft.com/office/drawing/2014/main" id="{CA0F51A4-2951-4D5A-B1E0-5929387DED85}"/>
              </a:ext>
            </a:extLst>
          </p:cNvPr>
          <p:cNvSpPr>
            <a:spLocks xmlns:a="http://schemas.openxmlformats.org/drawingml/2006/main" noGrp="1"/>
          </p:cNvSpPr>
          <p:nvPr/>
        </p:nvSpPr>
        <p:spPr>
          <a:xfrm xmlns:a="http://schemas.openxmlformats.org/drawingml/2006/main">
            <a:off x="4581525" y="19621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18" name="">
            <a:extLst xmlns:a="http://schemas.openxmlformats.org/drawingml/2006/main">
              <a:ext uri="{FF2B5EF4-FFF2-40B4-BE49-F238E27FC236}">
                <a16:creationId xmlns:a16="http://schemas.microsoft.com/office/drawing/2014/main" id="{D2207BA5-5AC7-48A2-8551-7DC81DD678FC}"/>
              </a:ext>
            </a:extLst>
          </p:cNvPr>
          <p:cNvSpPr>
            <a:spLocks xmlns:a="http://schemas.openxmlformats.org/drawingml/2006/main" noGrp="1"/>
          </p:cNvSpPr>
          <p:nvPr/>
        </p:nvSpPr>
        <p:spPr>
          <a:xfrm xmlns:a="http://schemas.openxmlformats.org/drawingml/2006/main">
            <a:off x="5295900" y="24574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19" name="">
            <a:extLst xmlns:a="http://schemas.openxmlformats.org/drawingml/2006/main">
              <a:ext uri="{FF2B5EF4-FFF2-40B4-BE49-F238E27FC236}">
                <a16:creationId xmlns:a16="http://schemas.microsoft.com/office/drawing/2014/main" id="{A9802121-03E0-43C5-8FDD-E5278CFF6306}"/>
              </a:ext>
            </a:extLst>
          </p:cNvPr>
          <p:cNvSpPr>
            <a:spLocks xmlns:a="http://schemas.openxmlformats.org/drawingml/2006/main" noGrp="1"/>
          </p:cNvSpPr>
          <p:nvPr/>
        </p:nvSpPr>
        <p:spPr>
          <a:xfrm xmlns:a="http://schemas.openxmlformats.org/drawingml/2006/main">
            <a:off x="4581525" y="29527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20" name="">
            <a:extLst xmlns:a="http://schemas.openxmlformats.org/drawingml/2006/main">
              <a:ext uri="{FF2B5EF4-FFF2-40B4-BE49-F238E27FC236}">
                <a16:creationId xmlns:a16="http://schemas.microsoft.com/office/drawing/2014/main" id="{1B505CEF-81A0-4B08-A624-4B5A8958AC3D}"/>
              </a:ext>
            </a:extLst>
          </p:cNvPr>
          <p:cNvSpPr>
            <a:spLocks xmlns:a="http://schemas.openxmlformats.org/drawingml/2006/main" noGrp="1"/>
          </p:cNvSpPr>
          <p:nvPr/>
        </p:nvSpPr>
        <p:spPr>
          <a:xfrm xmlns:a="http://schemas.openxmlformats.org/drawingml/2006/main">
            <a:off x="3695700" y="3371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243B"/>
                </a:solidFill>
                <a:latin typeface="Aptos"/>
                <a:ea typeface="Aptos"/>
                <a:cs typeface="Aptos"/>
              </a:defRPr>
            </a:defPPr>
          </a:lstStyle>
          <a:p xmlns:a="http://schemas.openxmlformats.org/drawingml/2006/main">
            <a:pPr algn="ctr">
              <a:buNone/>
              <a:defRPr sz="1200" b="1">
                <a:solidFill>
                  <a:srgbClr val="10243B"/>
                </a:solidFill>
                <a:latin typeface="Aptos"/>
                <a:ea typeface="Aptos"/>
                <a:cs typeface="Aptos"/>
              </a:defRPr>
            </a:pPr>
            <a:r>
              <a:rPr sz="1200" b="1">
                <a:solidFill>
                  <a:srgbClr val="10243B"/>
                </a:solidFill>
                <a:latin typeface="Aptos"/>
                <a:ea typeface="Aptos"/>
                <a:cs typeface="Aptos"/>
              </a:rPr>
              <a:t>w = 1.4</a:t>
            </a:r>
          </a:p>
        </p:txBody>
      </p:sp>
      <p:sp>
        <p:nvSpPr>
          <p:cNvPr id="21" name="">
            <a:extLst xmlns:a="http://schemas.openxmlformats.org/drawingml/2006/main">
              <a:ext uri="{FF2B5EF4-FFF2-40B4-BE49-F238E27FC236}">
                <a16:creationId xmlns:a16="http://schemas.microsoft.com/office/drawing/2014/main" id="{74330FAE-AFBD-4129-BE89-4E1884AF8FF8}"/>
              </a:ext>
            </a:extLst>
          </p:cNvPr>
          <p:cNvSpPr>
            <a:spLocks xmlns:a="http://schemas.openxmlformats.org/drawingml/2006/main" noGrp="1"/>
          </p:cNvSpPr>
          <p:nvPr/>
        </p:nvSpPr>
        <p:spPr>
          <a:xfrm xmlns:a="http://schemas.openxmlformats.org/drawingml/2006/main">
            <a:off x="5848350" y="2576513"/>
            <a:ext cx="333375" cy="28575"/>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D49ABF2-250F-4891-A1E0-A408361F0B56}"/>
              </a:ext>
            </a:extLst>
          </p:cNvPr>
          <p:cNvSpPr>
            <a:spLocks xmlns:a="http://schemas.openxmlformats.org/drawingml/2006/main" noGrp="1"/>
          </p:cNvSpPr>
          <p:nvPr/>
        </p:nvSpPr>
        <p:spPr>
          <a:xfrm xmlns:a="http://schemas.openxmlformats.org/drawingml/2006/main" rot="5400000">
            <a:off x="6153150" y="2533650"/>
            <a:ext cx="114300" cy="114300"/>
          </a:xfrm>
          <a:prstGeom xmlns:a="http://schemas.openxmlformats.org/drawingml/2006/main" prst="triangle">
            <a:avLst/>
          </a:prstGeom>
          <a:solidFill xmlns:a="http://schemas.openxmlformats.org/drawingml/2006/main">
            <a:srgbClr val="B8C3C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616FEDC-3003-4DA6-BFCB-23C69A383528}"/>
              </a:ext>
            </a:extLst>
          </p:cNvPr>
          <p:cNvSpPr>
            <a:spLocks xmlns:a="http://schemas.openxmlformats.org/drawingml/2006/main" noGrp="1"/>
          </p:cNvSpPr>
          <p:nvPr/>
        </p:nvSpPr>
        <p:spPr>
          <a:xfrm xmlns:a="http://schemas.openxmlformats.org/drawingml/2006/main" rot="-2084092">
            <a:off x="6590046" y="2319338"/>
            <a:ext cx="869283"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0A54CF7-1002-4E8E-B767-953768CEF873}"/>
              </a:ext>
            </a:extLst>
          </p:cNvPr>
          <p:cNvSpPr>
            <a:spLocks xmlns:a="http://schemas.openxmlformats.org/drawingml/2006/main" noGrp="1"/>
          </p:cNvSpPr>
          <p:nvPr/>
        </p:nvSpPr>
        <p:spPr>
          <a:xfrm xmlns:a="http://schemas.openxmlformats.org/drawingml/2006/main" rot="2084092">
            <a:off x="7304421" y="2319338"/>
            <a:ext cx="869283"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7A2A98A-3642-4886-9309-F6D5B9E199D3}"/>
              </a:ext>
            </a:extLst>
          </p:cNvPr>
          <p:cNvSpPr>
            <a:spLocks xmlns:a="http://schemas.openxmlformats.org/drawingml/2006/main" noGrp="1"/>
          </p:cNvSpPr>
          <p:nvPr/>
        </p:nvSpPr>
        <p:spPr>
          <a:xfrm xmlns:a="http://schemas.openxmlformats.org/drawingml/2006/main" rot="8715908">
            <a:off x="7304421" y="2814638"/>
            <a:ext cx="869283"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EAD23CF-A0FF-4966-9A66-CEFF7D8AF948}"/>
              </a:ext>
            </a:extLst>
          </p:cNvPr>
          <p:cNvSpPr>
            <a:spLocks xmlns:a="http://schemas.openxmlformats.org/drawingml/2006/main" noGrp="1"/>
          </p:cNvSpPr>
          <p:nvPr/>
        </p:nvSpPr>
        <p:spPr>
          <a:xfrm xmlns:a="http://schemas.openxmlformats.org/drawingml/2006/main">
            <a:off x="6534150" y="24574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27" name="">
            <a:extLst xmlns:a="http://schemas.openxmlformats.org/drawingml/2006/main">
              <a:ext uri="{FF2B5EF4-FFF2-40B4-BE49-F238E27FC236}">
                <a16:creationId xmlns:a16="http://schemas.microsoft.com/office/drawing/2014/main" id="{E88B1A48-33E0-4B20-BE30-628D642945A3}"/>
              </a:ext>
            </a:extLst>
          </p:cNvPr>
          <p:cNvSpPr>
            <a:spLocks xmlns:a="http://schemas.openxmlformats.org/drawingml/2006/main" noGrp="1"/>
          </p:cNvSpPr>
          <p:nvPr/>
        </p:nvSpPr>
        <p:spPr>
          <a:xfrm xmlns:a="http://schemas.openxmlformats.org/drawingml/2006/main">
            <a:off x="7248525" y="19621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28" name="">
            <a:extLst xmlns:a="http://schemas.openxmlformats.org/drawingml/2006/main">
              <a:ext uri="{FF2B5EF4-FFF2-40B4-BE49-F238E27FC236}">
                <a16:creationId xmlns:a16="http://schemas.microsoft.com/office/drawing/2014/main" id="{FFFB4F13-3C4C-424A-AD23-C0CA92103B72}"/>
              </a:ext>
            </a:extLst>
          </p:cNvPr>
          <p:cNvSpPr>
            <a:spLocks xmlns:a="http://schemas.openxmlformats.org/drawingml/2006/main" noGrp="1"/>
          </p:cNvSpPr>
          <p:nvPr/>
        </p:nvSpPr>
        <p:spPr>
          <a:xfrm xmlns:a="http://schemas.openxmlformats.org/drawingml/2006/main">
            <a:off x="7962900" y="24574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29" name="">
            <a:extLst xmlns:a="http://schemas.openxmlformats.org/drawingml/2006/main">
              <a:ext uri="{FF2B5EF4-FFF2-40B4-BE49-F238E27FC236}">
                <a16:creationId xmlns:a16="http://schemas.microsoft.com/office/drawing/2014/main" id="{3C5E47DE-C526-4F98-8981-06EFD853BC4E}"/>
              </a:ext>
            </a:extLst>
          </p:cNvPr>
          <p:cNvSpPr>
            <a:spLocks xmlns:a="http://schemas.openxmlformats.org/drawingml/2006/main" noGrp="1"/>
          </p:cNvSpPr>
          <p:nvPr/>
        </p:nvSpPr>
        <p:spPr>
          <a:xfrm xmlns:a="http://schemas.openxmlformats.org/drawingml/2006/main">
            <a:off x="7248525" y="29527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30" name="">
            <a:extLst xmlns:a="http://schemas.openxmlformats.org/drawingml/2006/main">
              <a:ext uri="{FF2B5EF4-FFF2-40B4-BE49-F238E27FC236}">
                <a16:creationId xmlns:a16="http://schemas.microsoft.com/office/drawing/2014/main" id="{FBBFDD18-DB8D-4D42-9D72-866EA24C8379}"/>
              </a:ext>
            </a:extLst>
          </p:cNvPr>
          <p:cNvSpPr>
            <a:spLocks xmlns:a="http://schemas.openxmlformats.org/drawingml/2006/main" noGrp="1"/>
          </p:cNvSpPr>
          <p:nvPr/>
        </p:nvSpPr>
        <p:spPr>
          <a:xfrm xmlns:a="http://schemas.openxmlformats.org/drawingml/2006/main">
            <a:off x="6362700" y="3371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243B"/>
                </a:solidFill>
                <a:latin typeface="Aptos"/>
                <a:ea typeface="Aptos"/>
                <a:cs typeface="Aptos"/>
              </a:defRPr>
            </a:defPPr>
          </a:lstStyle>
          <a:p xmlns:a="http://schemas.openxmlformats.org/drawingml/2006/main">
            <a:pPr algn="ctr">
              <a:buNone/>
              <a:defRPr sz="1200" b="1">
                <a:solidFill>
                  <a:srgbClr val="10243B"/>
                </a:solidFill>
                <a:latin typeface="Aptos"/>
                <a:ea typeface="Aptos"/>
                <a:cs typeface="Aptos"/>
              </a:defRPr>
            </a:pPr>
            <a:r>
              <a:rPr sz="1200" b="1">
                <a:solidFill>
                  <a:srgbClr val="10243B"/>
                </a:solidFill>
                <a:latin typeface="Aptos"/>
                <a:ea typeface="Aptos"/>
                <a:cs typeface="Aptos"/>
              </a:rPr>
              <a:t>w = 2.0</a:t>
            </a:r>
          </a:p>
        </p:txBody>
      </p:sp>
      <p:sp>
        <p:nvSpPr>
          <p:cNvPr id="31" name="">
            <a:extLst xmlns:a="http://schemas.openxmlformats.org/drawingml/2006/main">
              <a:ext uri="{FF2B5EF4-FFF2-40B4-BE49-F238E27FC236}">
                <a16:creationId xmlns:a16="http://schemas.microsoft.com/office/drawing/2014/main" id="{5A21AAFE-5E3C-4BB1-AA86-0C6E398CD362}"/>
              </a:ext>
            </a:extLst>
          </p:cNvPr>
          <p:cNvSpPr>
            <a:spLocks xmlns:a="http://schemas.openxmlformats.org/drawingml/2006/main" noGrp="1"/>
          </p:cNvSpPr>
          <p:nvPr/>
        </p:nvSpPr>
        <p:spPr>
          <a:xfrm xmlns:a="http://schemas.openxmlformats.org/drawingml/2006/main">
            <a:off x="8515350" y="2576513"/>
            <a:ext cx="333375" cy="28575"/>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CB4BE77-F4A2-41F5-A2CD-D96BABDF4561}"/>
              </a:ext>
            </a:extLst>
          </p:cNvPr>
          <p:cNvSpPr>
            <a:spLocks xmlns:a="http://schemas.openxmlformats.org/drawingml/2006/main" noGrp="1"/>
          </p:cNvSpPr>
          <p:nvPr/>
        </p:nvSpPr>
        <p:spPr>
          <a:xfrm xmlns:a="http://schemas.openxmlformats.org/drawingml/2006/main" rot="5400000">
            <a:off x="8820150" y="2533650"/>
            <a:ext cx="114300" cy="114300"/>
          </a:xfrm>
          <a:prstGeom xmlns:a="http://schemas.openxmlformats.org/drawingml/2006/main" prst="triangle">
            <a:avLst/>
          </a:prstGeom>
          <a:solidFill xmlns:a="http://schemas.openxmlformats.org/drawingml/2006/main">
            <a:srgbClr val="B8C3C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0A0D5A5-5F6F-43E8-8716-6179DF84BA50}"/>
              </a:ext>
            </a:extLst>
          </p:cNvPr>
          <p:cNvSpPr>
            <a:spLocks xmlns:a="http://schemas.openxmlformats.org/drawingml/2006/main" noGrp="1"/>
          </p:cNvSpPr>
          <p:nvPr/>
        </p:nvSpPr>
        <p:spPr>
          <a:xfrm xmlns:a="http://schemas.openxmlformats.org/drawingml/2006/main" rot="-2084092">
            <a:off x="9257046" y="2319338"/>
            <a:ext cx="869283"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DEA95B8-9FD1-480F-AB74-9E9BF49605C2}"/>
              </a:ext>
            </a:extLst>
          </p:cNvPr>
          <p:cNvSpPr>
            <a:spLocks xmlns:a="http://schemas.openxmlformats.org/drawingml/2006/main" noGrp="1"/>
          </p:cNvSpPr>
          <p:nvPr/>
        </p:nvSpPr>
        <p:spPr>
          <a:xfrm xmlns:a="http://schemas.openxmlformats.org/drawingml/2006/main" rot="2084092">
            <a:off x="9971421" y="2319338"/>
            <a:ext cx="869283"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CCCBFEC-D920-43DB-BF97-D74F54DBAE5F}"/>
              </a:ext>
            </a:extLst>
          </p:cNvPr>
          <p:cNvSpPr>
            <a:spLocks xmlns:a="http://schemas.openxmlformats.org/drawingml/2006/main" noGrp="1"/>
          </p:cNvSpPr>
          <p:nvPr/>
        </p:nvSpPr>
        <p:spPr>
          <a:xfrm xmlns:a="http://schemas.openxmlformats.org/drawingml/2006/main" rot="8715908">
            <a:off x="9971421" y="2814638"/>
            <a:ext cx="869283"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0255141-3028-406D-9A45-85B26B26680A}"/>
              </a:ext>
            </a:extLst>
          </p:cNvPr>
          <p:cNvSpPr>
            <a:spLocks xmlns:a="http://schemas.openxmlformats.org/drawingml/2006/main" noGrp="1"/>
          </p:cNvSpPr>
          <p:nvPr/>
        </p:nvSpPr>
        <p:spPr>
          <a:xfrm xmlns:a="http://schemas.openxmlformats.org/drawingml/2006/main" rot="-8715908">
            <a:off x="9257046" y="2814638"/>
            <a:ext cx="869283"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78DF24B-F5DC-4A04-ACC5-B4EF5A00EB82}"/>
              </a:ext>
            </a:extLst>
          </p:cNvPr>
          <p:cNvSpPr>
            <a:spLocks xmlns:a="http://schemas.openxmlformats.org/drawingml/2006/main" noGrp="1"/>
          </p:cNvSpPr>
          <p:nvPr/>
        </p:nvSpPr>
        <p:spPr>
          <a:xfrm xmlns:a="http://schemas.openxmlformats.org/drawingml/2006/main">
            <a:off x="9201150" y="24574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38" name="">
            <a:extLst xmlns:a="http://schemas.openxmlformats.org/drawingml/2006/main">
              <a:ext uri="{FF2B5EF4-FFF2-40B4-BE49-F238E27FC236}">
                <a16:creationId xmlns:a16="http://schemas.microsoft.com/office/drawing/2014/main" id="{A09A91A6-AA0F-4DB1-95E9-97C63978A53F}"/>
              </a:ext>
            </a:extLst>
          </p:cNvPr>
          <p:cNvSpPr>
            <a:spLocks xmlns:a="http://schemas.openxmlformats.org/drawingml/2006/main" noGrp="1"/>
          </p:cNvSpPr>
          <p:nvPr/>
        </p:nvSpPr>
        <p:spPr>
          <a:xfrm xmlns:a="http://schemas.openxmlformats.org/drawingml/2006/main">
            <a:off x="9915525" y="19621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39" name="">
            <a:extLst xmlns:a="http://schemas.openxmlformats.org/drawingml/2006/main">
              <a:ext uri="{FF2B5EF4-FFF2-40B4-BE49-F238E27FC236}">
                <a16:creationId xmlns:a16="http://schemas.microsoft.com/office/drawing/2014/main" id="{B73B7ECE-C411-46F0-8260-FEEBEE10ABA9}"/>
              </a:ext>
            </a:extLst>
          </p:cNvPr>
          <p:cNvSpPr>
            <a:spLocks xmlns:a="http://schemas.openxmlformats.org/drawingml/2006/main" noGrp="1"/>
          </p:cNvSpPr>
          <p:nvPr/>
        </p:nvSpPr>
        <p:spPr>
          <a:xfrm xmlns:a="http://schemas.openxmlformats.org/drawingml/2006/main">
            <a:off x="10629900" y="24574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40" name="">
            <a:extLst xmlns:a="http://schemas.openxmlformats.org/drawingml/2006/main">
              <a:ext uri="{FF2B5EF4-FFF2-40B4-BE49-F238E27FC236}">
                <a16:creationId xmlns:a16="http://schemas.microsoft.com/office/drawing/2014/main" id="{000D14B6-0E0B-498E-89B2-82CE8059B8E5}"/>
              </a:ext>
            </a:extLst>
          </p:cNvPr>
          <p:cNvSpPr>
            <a:spLocks xmlns:a="http://schemas.openxmlformats.org/drawingml/2006/main" noGrp="1"/>
          </p:cNvSpPr>
          <p:nvPr/>
        </p:nvSpPr>
        <p:spPr>
          <a:xfrm xmlns:a="http://schemas.openxmlformats.org/drawingml/2006/main">
            <a:off x="9915525" y="2952750"/>
            <a:ext cx="266700" cy="266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83652"/>
            </a:solidFill>
            <a:prstDash val="solid"/>
          </a:ln>
        </p:spPr>
      </p:sp>
      <p:sp>
        <p:nvSpPr>
          <p:cNvPr id="41" name="">
            <a:extLst xmlns:a="http://schemas.openxmlformats.org/drawingml/2006/main">
              <a:ext uri="{FF2B5EF4-FFF2-40B4-BE49-F238E27FC236}">
                <a16:creationId xmlns:a16="http://schemas.microsoft.com/office/drawing/2014/main" id="{27B227A2-00C3-4076-9058-DF90466C2DB9}"/>
              </a:ext>
            </a:extLst>
          </p:cNvPr>
          <p:cNvSpPr>
            <a:spLocks xmlns:a="http://schemas.openxmlformats.org/drawingml/2006/main" noGrp="1"/>
          </p:cNvSpPr>
          <p:nvPr/>
        </p:nvSpPr>
        <p:spPr>
          <a:xfrm xmlns:a="http://schemas.openxmlformats.org/drawingml/2006/main">
            <a:off x="9029700" y="3371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D2644A"/>
                </a:solidFill>
                <a:latin typeface="Aptos"/>
                <a:ea typeface="Aptos"/>
                <a:cs typeface="Aptos"/>
              </a:defRPr>
            </a:defPPr>
          </a:lstStyle>
          <a:p xmlns:a="http://schemas.openxmlformats.org/drawingml/2006/main">
            <a:pPr algn="ctr">
              <a:buNone/>
              <a:defRPr sz="1200" b="1">
                <a:solidFill>
                  <a:srgbClr val="D2644A"/>
                </a:solidFill>
                <a:latin typeface="Aptos"/>
                <a:ea typeface="Aptos"/>
                <a:cs typeface="Aptos"/>
              </a:defRPr>
            </a:pPr>
            <a:r>
              <a:rPr sz="1200" b="1">
                <a:solidFill>
                  <a:srgbClr val="D2644A"/>
                </a:solidFill>
                <a:latin typeface="Aptos"/>
                <a:ea typeface="Aptos"/>
                <a:cs typeface="Aptos"/>
              </a:rPr>
              <a:t>cycle closure</a:t>
            </a:r>
          </a:p>
        </p:txBody>
      </p:sp>
      <p:sp>
        <p:nvSpPr>
          <p:cNvPr id="42" name="">
            <a:extLst xmlns:a="http://schemas.openxmlformats.org/drawingml/2006/main">
              <a:ext uri="{FF2B5EF4-FFF2-40B4-BE49-F238E27FC236}">
                <a16:creationId xmlns:a16="http://schemas.microsoft.com/office/drawing/2014/main" id="{B6C75124-A896-46F1-94D0-18D7742DAA08}"/>
              </a:ext>
            </a:extLst>
          </p:cNvPr>
          <p:cNvSpPr>
            <a:spLocks xmlns:a="http://schemas.openxmlformats.org/drawingml/2006/main" noGrp="1"/>
          </p:cNvSpPr>
          <p:nvPr/>
        </p:nvSpPr>
        <p:spPr>
          <a:xfrm xmlns:a="http://schemas.openxmlformats.org/drawingml/2006/main">
            <a:off x="790575" y="4010025"/>
            <a:ext cx="1061085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1430">
            <a:solidFill>
              <a:srgbClr val="D6DDE3"/>
            </a:solidFill>
            <a:prstDash val="solid"/>
          </a:ln>
        </p:spPr>
      </p:sp>
      <p:sp>
        <p:nvSpPr>
          <p:cNvPr id="43" name="">
            <a:extLst xmlns:a="http://schemas.openxmlformats.org/drawingml/2006/main">
              <a:ext uri="{FF2B5EF4-FFF2-40B4-BE49-F238E27FC236}">
                <a16:creationId xmlns:a16="http://schemas.microsoft.com/office/drawing/2014/main" id="{9FCDF2A6-081C-40FC-80B7-45CEED056308}"/>
              </a:ext>
            </a:extLst>
          </p:cNvPr>
          <p:cNvSpPr>
            <a:spLocks xmlns:a="http://schemas.openxmlformats.org/drawingml/2006/main" noGrp="1"/>
          </p:cNvSpPr>
          <p:nvPr/>
        </p:nvSpPr>
        <p:spPr>
          <a:xfrm xmlns:a="http://schemas.openxmlformats.org/drawingml/2006/main">
            <a:off x="1057275" y="4171950"/>
            <a:ext cx="10096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0243B"/>
                </a:solidFill>
                <a:latin typeface="Aptos"/>
                <a:ea typeface="Aptos"/>
                <a:cs typeface="Aptos"/>
              </a:defRPr>
            </a:defPPr>
          </a:lstStyle>
          <a:p xmlns:a="http://schemas.openxmlformats.org/drawingml/2006/main">
            <a:pPr algn="ctr">
              <a:buNone/>
              <a:defRPr sz="1875" b="1">
                <a:solidFill>
                  <a:srgbClr val="10243B"/>
                </a:solidFill>
                <a:latin typeface="Aptos"/>
                <a:ea typeface="Aptos"/>
                <a:cs typeface="Aptos"/>
              </a:defRPr>
            </a:pPr>
            <a:r>
              <a:rPr sz="1875" b="1">
                <a:solidFill>
                  <a:srgbClr val="10243B"/>
                </a:solidFill>
                <a:latin typeface="Aptos"/>
                <a:ea typeface="Aptos"/>
                <a:cs typeface="Aptos"/>
              </a:rPr>
              <a:t>Vₕ(a) = Σ persistence(v)ᵖ   for vertices with refined label a</a:t>
            </a:r>
          </a:p>
        </p:txBody>
      </p:sp>
      <p:sp>
        <p:nvSpPr>
          <p:cNvPr id="44" name="">
            <a:extLst xmlns:a="http://schemas.openxmlformats.org/drawingml/2006/main">
              <a:ext uri="{FF2B5EF4-FFF2-40B4-BE49-F238E27FC236}">
                <a16:creationId xmlns:a16="http://schemas.microsoft.com/office/drawing/2014/main" id="{A58EFFD1-ACBF-4815-B953-490117E35E6B}"/>
              </a:ext>
            </a:extLst>
          </p:cNvPr>
          <p:cNvSpPr>
            <a:spLocks xmlns:a="http://schemas.openxmlformats.org/drawingml/2006/main" noGrp="1"/>
          </p:cNvSpPr>
          <p:nvPr/>
        </p:nvSpPr>
        <p:spPr>
          <a:xfrm xmlns:a="http://schemas.openxmlformats.org/drawingml/2006/main">
            <a:off x="1057275" y="4552950"/>
            <a:ext cx="10096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607286"/>
                </a:solidFill>
                <a:latin typeface="Aptos"/>
                <a:ea typeface="Aptos"/>
                <a:cs typeface="Aptos"/>
              </a:defRPr>
            </a:defPPr>
          </a:lstStyle>
          <a:p xmlns:a="http://schemas.openxmlformats.org/drawingml/2006/main">
            <a:pPr algn="ctr">
              <a:buNone/>
              <a:defRPr sz="1200" b="0">
                <a:solidFill>
                  <a:srgbClr val="607286"/>
                </a:solidFill>
                <a:latin typeface="Aptos"/>
                <a:ea typeface="Aptos"/>
                <a:cs typeface="Aptos"/>
              </a:defRPr>
            </a:pPr>
            <a:r>
              <a:rPr sz="1200" b="0">
                <a:solidFill>
                  <a:srgbClr val="607286"/>
                </a:solidFill>
                <a:latin typeface="Aptos"/>
                <a:ea typeface="Aptos"/>
                <a:cs typeface="Aptos"/>
              </a:rPr>
              <a:t>p ∈ {1, 2}  ·  concatenate across depths 0…H  ·  p controls edge distance and contribution power</a:t>
            </a:r>
          </a:p>
        </p:txBody>
      </p:sp>
      <p:sp>
        <p:nvSpPr>
          <p:cNvPr id="45" name="">
            <a:extLst xmlns:a="http://schemas.openxmlformats.org/drawingml/2006/main">
              <a:ext uri="{FF2B5EF4-FFF2-40B4-BE49-F238E27FC236}">
                <a16:creationId xmlns:a16="http://schemas.microsoft.com/office/drawing/2014/main" id="{65E33F44-0A1D-4C8A-B79F-EF24319229E1}"/>
              </a:ext>
            </a:extLst>
          </p:cNvPr>
          <p:cNvSpPr>
            <a:spLocks xmlns:a="http://schemas.openxmlformats.org/drawingml/2006/main" noGrp="1"/>
          </p:cNvSpPr>
          <p:nvPr/>
        </p:nvSpPr>
        <p:spPr>
          <a:xfrm xmlns:a="http://schemas.openxmlformats.org/drawingml/2006/main">
            <a:off x="1047750" y="5286375"/>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122238"/>
                </a:solidFill>
                <a:latin typeface="Aptos"/>
                <a:ea typeface="Aptos"/>
                <a:cs typeface="Aptos"/>
              </a:defRPr>
            </a:defPPr>
          </a:lstStyle>
          <a:p xmlns:a="http://schemas.openxmlformats.org/drawingml/2006/main">
            <a:pPr algn="ctr">
              <a:buNone/>
              <a:defRPr sz="1500" b="0">
                <a:solidFill>
                  <a:srgbClr val="122238"/>
                </a:solidFill>
                <a:latin typeface="Aptos"/>
                <a:ea typeface="Aptos"/>
                <a:cs typeface="Aptos"/>
              </a:defRPr>
            </a:pPr>
            <a:r>
              <a:rPr sz="1500" b="0">
                <a:solidFill>
                  <a:srgbClr val="122238"/>
                </a:solidFill>
                <a:latin typeface="Aptos"/>
                <a:ea typeface="Aptos"/>
                <a:cs typeface="Aptos"/>
              </a:rPr>
              <a:t>Unlike raw counts, a label’s feature value also reflects how long its vertices remain connected.</a:t>
            </a:r>
          </a:p>
        </p:txBody>
      </p:sp>
    </p:spTree>
    <p:extLst>
      <p:ext uri="{BB962C8B-B14F-4D97-AF65-F5344CB8AC3E}">
        <p14:creationId xmlns:p14="http://schemas.microsoft.com/office/powerpoint/2010/main" val="1455261332"/>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B64560D-3DCF-4FF4-967F-FBC8C609CFBF}"/>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Cycle contributions add a second topological signal</a:t>
            </a:r>
          </a:p>
        </p:txBody>
      </p:sp>
      <p:sp>
        <p:nvSpPr>
          <p:cNvPr id="2" name="">
            <a:extLst xmlns:a="http://schemas.openxmlformats.org/drawingml/2006/main">
              <a:ext uri="{FF2B5EF4-FFF2-40B4-BE49-F238E27FC236}">
                <a16:creationId xmlns:a16="http://schemas.microsoft.com/office/drawing/2014/main" id="{5E7DCAF5-BD16-417E-9DEB-EC47FAE8F1F2}"/>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A cycle appears when a new edge joins vertices already connected</a:t>
            </a:r>
          </a:p>
        </p:txBody>
      </p:sp>
      <p:sp>
        <p:nvSpPr>
          <p:cNvPr id="3" name="">
            <a:extLst xmlns:a="http://schemas.openxmlformats.org/drawingml/2006/main">
              <a:ext uri="{FF2B5EF4-FFF2-40B4-BE49-F238E27FC236}">
                <a16:creationId xmlns:a16="http://schemas.microsoft.com/office/drawing/2014/main" id="{B6BBC563-42F1-46AA-BF38-C69FF8DFBA25}"/>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881869-3804-48CC-87D3-776C194FF2FB}"/>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METHODS</a:t>
            </a:r>
          </a:p>
        </p:txBody>
      </p:sp>
      <p:sp>
        <p:nvSpPr>
          <p:cNvPr id="5" name="">
            <a:extLst xmlns:a="http://schemas.openxmlformats.org/drawingml/2006/main">
              <a:ext uri="{FF2B5EF4-FFF2-40B4-BE49-F238E27FC236}">
                <a16:creationId xmlns:a16="http://schemas.microsoft.com/office/drawing/2014/main" id="{731A8A05-E48D-4C84-BCAA-938E36FAAA67}"/>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537DC7AE-B943-4AB8-8CCB-9C6A2F8DA555}"/>
              </a:ext>
            </a:extLst>
          </p:cNvPr>
          <p:cNvSpPr>
            <a:spLocks xmlns:a="http://schemas.openxmlformats.org/drawingml/2006/main" noGrp="1"/>
          </p:cNvSpPr>
          <p:nvPr/>
        </p:nvSpPr>
        <p:spPr>
          <a:xfrm xmlns:a="http://schemas.openxmlformats.org/drawingml/2006/main" rot="0">
            <a:off x="2076450" y="2133600"/>
            <a:ext cx="1524000"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72E653-43F2-4896-8447-B623D01C851F}"/>
              </a:ext>
            </a:extLst>
          </p:cNvPr>
          <p:cNvSpPr>
            <a:spLocks xmlns:a="http://schemas.openxmlformats.org/drawingml/2006/main" noGrp="1"/>
          </p:cNvSpPr>
          <p:nvPr/>
        </p:nvSpPr>
        <p:spPr>
          <a:xfrm xmlns:a="http://schemas.openxmlformats.org/drawingml/2006/main" rot="3902909">
            <a:off x="3163139" y="2819400"/>
            <a:ext cx="1512797"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70ABEA8-B215-4127-876C-8762972A6E24}"/>
              </a:ext>
            </a:extLst>
          </p:cNvPr>
          <p:cNvSpPr>
            <a:spLocks xmlns:a="http://schemas.openxmlformats.org/drawingml/2006/main" noGrp="1"/>
          </p:cNvSpPr>
          <p:nvPr/>
        </p:nvSpPr>
        <p:spPr>
          <a:xfrm xmlns:a="http://schemas.openxmlformats.org/drawingml/2006/main" rot="8997729">
            <a:off x="2729838" y="3910013"/>
            <a:ext cx="1617400"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CE16F6-0D78-4E2D-882F-16463DE8B1F9}"/>
              </a:ext>
            </a:extLst>
          </p:cNvPr>
          <p:cNvSpPr>
            <a:spLocks xmlns:a="http://schemas.openxmlformats.org/drawingml/2006/main" noGrp="1"/>
          </p:cNvSpPr>
          <p:nvPr/>
        </p:nvSpPr>
        <p:spPr>
          <a:xfrm xmlns:a="http://schemas.openxmlformats.org/drawingml/2006/main" rot="-9007812">
            <a:off x="1320774" y="3910013"/>
            <a:ext cx="1625653" cy="381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F76CE2C-AC55-492D-94A5-DCFC56C9838B}"/>
              </a:ext>
            </a:extLst>
          </p:cNvPr>
          <p:cNvSpPr>
            <a:spLocks xmlns:a="http://schemas.openxmlformats.org/drawingml/2006/main" noGrp="1"/>
          </p:cNvSpPr>
          <p:nvPr/>
        </p:nvSpPr>
        <p:spPr>
          <a:xfrm xmlns:a="http://schemas.openxmlformats.org/drawingml/2006/main" rot="-3883337">
            <a:off x="994180" y="2819400"/>
            <a:ext cx="1516839" cy="38100"/>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26A44E6-256D-4AC5-8EB2-C5FB0EAAD82F}"/>
              </a:ext>
            </a:extLst>
          </p:cNvPr>
          <p:cNvSpPr>
            <a:spLocks xmlns:a="http://schemas.openxmlformats.org/drawingml/2006/main" noGrp="1"/>
          </p:cNvSpPr>
          <p:nvPr/>
        </p:nvSpPr>
        <p:spPr>
          <a:xfrm xmlns:a="http://schemas.openxmlformats.org/drawingml/2006/main">
            <a:off x="1819275" y="1895475"/>
            <a:ext cx="514350" cy="514350"/>
          </a:xfrm>
          <a:prstGeom xmlns:a="http://schemas.openxmlformats.org/drawingml/2006/main" prst="ellipse">
            <a:avLst/>
          </a:prstGeom>
          <a:solidFill xmlns:a="http://schemas.openxmlformats.org/drawingml/2006/main">
            <a:srgbClr val="D9EFEB"/>
          </a:solidFill>
          <a:ln xmlns:a="http://schemas.openxmlformats.org/drawingml/2006/main" w="28575">
            <a:solidFill>
              <a:srgbClr val="D2644A"/>
            </a:solidFill>
            <a:prstDash val="solid"/>
          </a:ln>
        </p:spPr>
      </p:sp>
      <p:sp>
        <p:nvSpPr>
          <p:cNvPr id="12" name="">
            <a:extLst xmlns:a="http://schemas.openxmlformats.org/drawingml/2006/main">
              <a:ext uri="{FF2B5EF4-FFF2-40B4-BE49-F238E27FC236}">
                <a16:creationId xmlns:a16="http://schemas.microsoft.com/office/drawing/2014/main" id="{3474AD2E-6A3D-498D-A15B-3803BE6CC821}"/>
              </a:ext>
            </a:extLst>
          </p:cNvPr>
          <p:cNvSpPr>
            <a:spLocks xmlns:a="http://schemas.openxmlformats.org/drawingml/2006/main" noGrp="1"/>
          </p:cNvSpPr>
          <p:nvPr/>
        </p:nvSpPr>
        <p:spPr>
          <a:xfrm xmlns:a="http://schemas.openxmlformats.org/drawingml/2006/main">
            <a:off x="1905000" y="202882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22238"/>
                </a:solidFill>
                <a:latin typeface="Aptos"/>
                <a:ea typeface="Aptos"/>
                <a:cs typeface="Aptos"/>
              </a:defRPr>
            </a:defPPr>
          </a:lstStyle>
          <a:p xmlns:a="http://schemas.openxmlformats.org/drawingml/2006/main">
            <a:pPr algn="ctr">
              <a:buNone/>
              <a:defRPr sz="1275" b="1">
                <a:solidFill>
                  <a:srgbClr val="122238"/>
                </a:solidFill>
                <a:latin typeface="Aptos"/>
                <a:ea typeface="Aptos"/>
                <a:cs typeface="Aptos"/>
              </a:defRPr>
            </a:pPr>
            <a:r>
              <a:rPr sz="1275" b="1">
                <a:solidFill>
                  <a:srgbClr val="122238"/>
                </a:solidFill>
                <a:latin typeface="Aptos"/>
                <a:ea typeface="Aptos"/>
                <a:cs typeface="Aptos"/>
              </a:rPr>
              <a:t>A</a:t>
            </a:r>
          </a:p>
        </p:txBody>
      </p:sp>
      <p:sp>
        <p:nvSpPr>
          <p:cNvPr id="13" name="">
            <a:extLst xmlns:a="http://schemas.openxmlformats.org/drawingml/2006/main">
              <a:ext uri="{FF2B5EF4-FFF2-40B4-BE49-F238E27FC236}">
                <a16:creationId xmlns:a16="http://schemas.microsoft.com/office/drawing/2014/main" id="{52DA4B4C-7594-4EC3-A57F-34BB946D7198}"/>
              </a:ext>
            </a:extLst>
          </p:cNvPr>
          <p:cNvSpPr>
            <a:spLocks xmlns:a="http://schemas.openxmlformats.org/drawingml/2006/main" noGrp="1"/>
          </p:cNvSpPr>
          <p:nvPr/>
        </p:nvSpPr>
        <p:spPr>
          <a:xfrm xmlns:a="http://schemas.openxmlformats.org/drawingml/2006/main">
            <a:off x="3343275" y="1895475"/>
            <a:ext cx="514350" cy="51435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4" name="">
            <a:extLst xmlns:a="http://schemas.openxmlformats.org/drawingml/2006/main">
              <a:ext uri="{FF2B5EF4-FFF2-40B4-BE49-F238E27FC236}">
                <a16:creationId xmlns:a16="http://schemas.microsoft.com/office/drawing/2014/main" id="{B8A8B9A3-CC27-4216-9C52-41194177059D}"/>
              </a:ext>
            </a:extLst>
          </p:cNvPr>
          <p:cNvSpPr>
            <a:spLocks xmlns:a="http://schemas.openxmlformats.org/drawingml/2006/main" noGrp="1"/>
          </p:cNvSpPr>
          <p:nvPr/>
        </p:nvSpPr>
        <p:spPr>
          <a:xfrm xmlns:a="http://schemas.openxmlformats.org/drawingml/2006/main">
            <a:off x="3429000" y="202882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22238"/>
                </a:solidFill>
                <a:latin typeface="Aptos"/>
                <a:ea typeface="Aptos"/>
                <a:cs typeface="Aptos"/>
              </a:defRPr>
            </a:defPPr>
          </a:lstStyle>
          <a:p xmlns:a="http://schemas.openxmlformats.org/drawingml/2006/main">
            <a:pPr algn="ctr">
              <a:buNone/>
              <a:defRPr sz="1275" b="1">
                <a:solidFill>
                  <a:srgbClr val="122238"/>
                </a:solidFill>
                <a:latin typeface="Aptos"/>
                <a:ea typeface="Aptos"/>
                <a:cs typeface="Aptos"/>
              </a:defRPr>
            </a:pPr>
            <a:r>
              <a:rPr sz="1275" b="1">
                <a:solidFill>
                  <a:srgbClr val="122238"/>
                </a:solidFill>
                <a:latin typeface="Aptos"/>
                <a:ea typeface="Aptos"/>
                <a:cs typeface="Aptos"/>
              </a:rPr>
              <a:t>B</a:t>
            </a:r>
          </a:p>
        </p:txBody>
      </p:sp>
      <p:sp>
        <p:nvSpPr>
          <p:cNvPr id="15" name="">
            <a:extLst xmlns:a="http://schemas.openxmlformats.org/drawingml/2006/main">
              <a:ext uri="{FF2B5EF4-FFF2-40B4-BE49-F238E27FC236}">
                <a16:creationId xmlns:a16="http://schemas.microsoft.com/office/drawing/2014/main" id="{EC5DD33F-18DF-456C-B2E0-777478031622}"/>
              </a:ext>
            </a:extLst>
          </p:cNvPr>
          <p:cNvSpPr>
            <a:spLocks xmlns:a="http://schemas.openxmlformats.org/drawingml/2006/main" noGrp="1"/>
          </p:cNvSpPr>
          <p:nvPr/>
        </p:nvSpPr>
        <p:spPr>
          <a:xfrm xmlns:a="http://schemas.openxmlformats.org/drawingml/2006/main">
            <a:off x="3981450" y="3267075"/>
            <a:ext cx="514350" cy="51435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6" name="">
            <a:extLst xmlns:a="http://schemas.openxmlformats.org/drawingml/2006/main">
              <a:ext uri="{FF2B5EF4-FFF2-40B4-BE49-F238E27FC236}">
                <a16:creationId xmlns:a16="http://schemas.microsoft.com/office/drawing/2014/main" id="{3DCF09AF-8F93-4154-8A7A-E5AFF7267022}"/>
              </a:ext>
            </a:extLst>
          </p:cNvPr>
          <p:cNvSpPr>
            <a:spLocks xmlns:a="http://schemas.openxmlformats.org/drawingml/2006/main" noGrp="1"/>
          </p:cNvSpPr>
          <p:nvPr/>
        </p:nvSpPr>
        <p:spPr>
          <a:xfrm xmlns:a="http://schemas.openxmlformats.org/drawingml/2006/main">
            <a:off x="4067175" y="340042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22238"/>
                </a:solidFill>
                <a:latin typeface="Aptos"/>
                <a:ea typeface="Aptos"/>
                <a:cs typeface="Aptos"/>
              </a:defRPr>
            </a:defPPr>
          </a:lstStyle>
          <a:p xmlns:a="http://schemas.openxmlformats.org/drawingml/2006/main">
            <a:pPr algn="ctr">
              <a:buNone/>
              <a:defRPr sz="1275" b="1">
                <a:solidFill>
                  <a:srgbClr val="122238"/>
                </a:solidFill>
                <a:latin typeface="Aptos"/>
                <a:ea typeface="Aptos"/>
                <a:cs typeface="Aptos"/>
              </a:defRPr>
            </a:pPr>
            <a:r>
              <a:rPr sz="1275" b="1">
                <a:solidFill>
                  <a:srgbClr val="122238"/>
                </a:solidFill>
                <a:latin typeface="Aptos"/>
                <a:ea typeface="Aptos"/>
                <a:cs typeface="Aptos"/>
              </a:rPr>
              <a:t>A</a:t>
            </a:r>
          </a:p>
        </p:txBody>
      </p:sp>
      <p:sp>
        <p:nvSpPr>
          <p:cNvPr id="17" name="">
            <a:extLst xmlns:a="http://schemas.openxmlformats.org/drawingml/2006/main">
              <a:ext uri="{FF2B5EF4-FFF2-40B4-BE49-F238E27FC236}">
                <a16:creationId xmlns:a16="http://schemas.microsoft.com/office/drawing/2014/main" id="{0C219445-454D-4034-952B-20BD4044491E}"/>
              </a:ext>
            </a:extLst>
          </p:cNvPr>
          <p:cNvSpPr>
            <a:spLocks xmlns:a="http://schemas.openxmlformats.org/drawingml/2006/main" noGrp="1"/>
          </p:cNvSpPr>
          <p:nvPr/>
        </p:nvSpPr>
        <p:spPr>
          <a:xfrm xmlns:a="http://schemas.openxmlformats.org/drawingml/2006/main">
            <a:off x="2581275" y="4076700"/>
            <a:ext cx="514350" cy="514350"/>
          </a:xfrm>
          <a:prstGeom xmlns:a="http://schemas.openxmlformats.org/drawingml/2006/main" prst="ellipse">
            <a:avLst/>
          </a:prstGeom>
          <a:solidFill xmlns:a="http://schemas.openxmlformats.org/drawingml/2006/main">
            <a:srgbClr val="D9EFEB"/>
          </a:solidFill>
          <a:ln xmlns:a="http://schemas.openxmlformats.org/drawingml/2006/main" w="28575">
            <a:solidFill>
              <a:srgbClr val="183652"/>
            </a:solidFill>
            <a:prstDash val="solid"/>
          </a:ln>
        </p:spPr>
      </p:sp>
      <p:sp>
        <p:nvSpPr>
          <p:cNvPr id="18" name="">
            <a:extLst xmlns:a="http://schemas.openxmlformats.org/drawingml/2006/main">
              <a:ext uri="{FF2B5EF4-FFF2-40B4-BE49-F238E27FC236}">
                <a16:creationId xmlns:a16="http://schemas.microsoft.com/office/drawing/2014/main" id="{D927DA11-93AD-421D-A8BE-1E068ED2D060}"/>
              </a:ext>
            </a:extLst>
          </p:cNvPr>
          <p:cNvSpPr>
            <a:spLocks xmlns:a="http://schemas.openxmlformats.org/drawingml/2006/main" noGrp="1"/>
          </p:cNvSpPr>
          <p:nvPr/>
        </p:nvSpPr>
        <p:spPr>
          <a:xfrm xmlns:a="http://schemas.openxmlformats.org/drawingml/2006/main">
            <a:off x="2667000" y="42100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22238"/>
                </a:solidFill>
                <a:latin typeface="Aptos"/>
                <a:ea typeface="Aptos"/>
                <a:cs typeface="Aptos"/>
              </a:defRPr>
            </a:defPPr>
          </a:lstStyle>
          <a:p xmlns:a="http://schemas.openxmlformats.org/drawingml/2006/main">
            <a:pPr algn="ctr">
              <a:buNone/>
              <a:defRPr sz="1275" b="1">
                <a:solidFill>
                  <a:srgbClr val="122238"/>
                </a:solidFill>
                <a:latin typeface="Aptos"/>
                <a:ea typeface="Aptos"/>
                <a:cs typeface="Aptos"/>
              </a:defRPr>
            </a:pPr>
            <a:r>
              <a:rPr sz="1275" b="1">
                <a:solidFill>
                  <a:srgbClr val="122238"/>
                </a:solidFill>
                <a:latin typeface="Aptos"/>
                <a:ea typeface="Aptos"/>
                <a:cs typeface="Aptos"/>
              </a:rPr>
              <a:t>B</a:t>
            </a:r>
          </a:p>
        </p:txBody>
      </p:sp>
      <p:sp>
        <p:nvSpPr>
          <p:cNvPr id="19" name="">
            <a:extLst xmlns:a="http://schemas.openxmlformats.org/drawingml/2006/main">
              <a:ext uri="{FF2B5EF4-FFF2-40B4-BE49-F238E27FC236}">
                <a16:creationId xmlns:a16="http://schemas.microsoft.com/office/drawing/2014/main" id="{F48520FD-3E39-4EBF-8C21-7EA26EACC8BB}"/>
              </a:ext>
            </a:extLst>
          </p:cNvPr>
          <p:cNvSpPr>
            <a:spLocks xmlns:a="http://schemas.openxmlformats.org/drawingml/2006/main" noGrp="1"/>
          </p:cNvSpPr>
          <p:nvPr/>
        </p:nvSpPr>
        <p:spPr>
          <a:xfrm xmlns:a="http://schemas.openxmlformats.org/drawingml/2006/main">
            <a:off x="1171575" y="3267075"/>
            <a:ext cx="514350" cy="514350"/>
          </a:xfrm>
          <a:prstGeom xmlns:a="http://schemas.openxmlformats.org/drawingml/2006/main" prst="ellipse">
            <a:avLst/>
          </a:prstGeom>
          <a:solidFill xmlns:a="http://schemas.openxmlformats.org/drawingml/2006/main">
            <a:srgbClr val="D9EFEB"/>
          </a:solidFill>
          <a:ln xmlns:a="http://schemas.openxmlformats.org/drawingml/2006/main" w="28575">
            <a:solidFill>
              <a:srgbClr val="D2644A"/>
            </a:solidFill>
            <a:prstDash val="solid"/>
          </a:ln>
        </p:spPr>
      </p:sp>
      <p:sp>
        <p:nvSpPr>
          <p:cNvPr id="20" name="">
            <a:extLst xmlns:a="http://schemas.openxmlformats.org/drawingml/2006/main">
              <a:ext uri="{FF2B5EF4-FFF2-40B4-BE49-F238E27FC236}">
                <a16:creationId xmlns:a16="http://schemas.microsoft.com/office/drawing/2014/main" id="{86A799FE-11ED-44AC-BA55-92676D33D229}"/>
              </a:ext>
            </a:extLst>
          </p:cNvPr>
          <p:cNvSpPr>
            <a:spLocks xmlns:a="http://schemas.openxmlformats.org/drawingml/2006/main" noGrp="1"/>
          </p:cNvSpPr>
          <p:nvPr/>
        </p:nvSpPr>
        <p:spPr>
          <a:xfrm xmlns:a="http://schemas.openxmlformats.org/drawingml/2006/main">
            <a:off x="1257300" y="340042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22238"/>
                </a:solidFill>
                <a:latin typeface="Aptos"/>
                <a:ea typeface="Aptos"/>
                <a:cs typeface="Aptos"/>
              </a:defRPr>
            </a:defPPr>
          </a:lstStyle>
          <a:p xmlns:a="http://schemas.openxmlformats.org/drawingml/2006/main">
            <a:pPr algn="ctr">
              <a:buNone/>
              <a:defRPr sz="1275" b="1">
                <a:solidFill>
                  <a:srgbClr val="122238"/>
                </a:solidFill>
                <a:latin typeface="Aptos"/>
                <a:ea typeface="Aptos"/>
                <a:cs typeface="Aptos"/>
              </a:defRPr>
            </a:pPr>
            <a:r>
              <a:rPr sz="1275" b="1">
                <a:solidFill>
                  <a:srgbClr val="122238"/>
                </a:solidFill>
                <a:latin typeface="Aptos"/>
                <a:ea typeface="Aptos"/>
                <a:cs typeface="Aptos"/>
              </a:rPr>
              <a:t>A</a:t>
            </a:r>
          </a:p>
        </p:txBody>
      </p:sp>
      <p:sp>
        <p:nvSpPr>
          <p:cNvPr id="21" name="">
            <a:extLst xmlns:a="http://schemas.openxmlformats.org/drawingml/2006/main">
              <a:ext uri="{FF2B5EF4-FFF2-40B4-BE49-F238E27FC236}">
                <a16:creationId xmlns:a16="http://schemas.microsoft.com/office/drawing/2014/main" id="{5BA9B5B9-AA15-44D7-8B45-27B383D28A3F}"/>
              </a:ext>
            </a:extLst>
          </p:cNvPr>
          <p:cNvSpPr>
            <a:spLocks xmlns:a="http://schemas.openxmlformats.org/drawingml/2006/main" noGrp="1"/>
          </p:cNvSpPr>
          <p:nvPr/>
        </p:nvSpPr>
        <p:spPr>
          <a:xfrm xmlns:a="http://schemas.openxmlformats.org/drawingml/2006/main">
            <a:off x="1200150" y="4857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2644A"/>
                </a:solidFill>
                <a:latin typeface="Aptos"/>
                <a:ea typeface="Aptos"/>
                <a:cs typeface="Aptos"/>
              </a:defRPr>
            </a:defPPr>
          </a:lstStyle>
          <a:p xmlns:a="http://schemas.openxmlformats.org/drawingml/2006/main">
            <a:pPr algn="l">
              <a:buNone/>
              <a:defRPr sz="975" b="1">
                <a:solidFill>
                  <a:srgbClr val="D2644A"/>
                </a:solidFill>
                <a:latin typeface="Aptos"/>
                <a:ea typeface="Aptos"/>
                <a:cs typeface="Aptos"/>
              </a:defRPr>
            </a:pPr>
            <a:r>
              <a:rPr sz="975" b="1">
                <a:solidFill>
                  <a:srgbClr val="D2644A"/>
                </a:solidFill>
                <a:latin typeface="Aptos"/>
                <a:ea typeface="Aptos"/>
                <a:cs typeface="Aptos"/>
              </a:rPr>
              <a:t>CLOSING EDGE CREATES H₁</a:t>
            </a:r>
          </a:p>
        </p:txBody>
      </p:sp>
      <p:sp>
        <p:nvSpPr>
          <p:cNvPr id="22" name="">
            <a:extLst xmlns:a="http://schemas.openxmlformats.org/drawingml/2006/main">
              <a:ext uri="{FF2B5EF4-FFF2-40B4-BE49-F238E27FC236}">
                <a16:creationId xmlns:a16="http://schemas.microsoft.com/office/drawing/2014/main" id="{E1717D23-C910-472C-8F41-22640F7E4A4B}"/>
              </a:ext>
            </a:extLst>
          </p:cNvPr>
          <p:cNvSpPr>
            <a:spLocks xmlns:a="http://schemas.openxmlformats.org/drawingml/2006/main" noGrp="1"/>
          </p:cNvSpPr>
          <p:nvPr/>
        </p:nvSpPr>
        <p:spPr>
          <a:xfrm xmlns:a="http://schemas.openxmlformats.org/drawingml/2006/main">
            <a:off x="990600" y="5172075"/>
            <a:ext cx="45434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537"/>
          </a:bodyPr>
          <a:lstStyle xmlns:a="http://schemas.openxmlformats.org/drawingml/2006/main">
            <a:defPPr algn="ctr">
              <a:defRPr sz="1350" b="0">
                <a:solidFill>
                  <a:srgbClr val="122238"/>
                </a:solidFill>
                <a:latin typeface="Aptos"/>
                <a:ea typeface="Aptos"/>
                <a:cs typeface="Aptos"/>
              </a:defRPr>
            </a:defPPr>
          </a:lstStyle>
          <a:p xmlns:a="http://schemas.openxmlformats.org/drawingml/2006/main">
            <a:pPr algn="ctr">
              <a:buNone/>
              <a:defRPr sz="1350" b="0">
                <a:solidFill>
                  <a:srgbClr val="122238"/>
                </a:solidFill>
                <a:latin typeface="Aptos"/>
                <a:ea typeface="Aptos"/>
                <a:cs typeface="Aptos"/>
              </a:defRPr>
            </a:pPr>
            <a:r>
              <a:rPr sz="1350" b="0">
                <a:solidFill>
                  <a:srgbClr val="122238"/>
                </a:solidFill>
                <a:latin typeface="Aptos"/>
                <a:ea typeface="Aptos"/>
                <a:cs typeface="Aptos"/>
              </a:rPr>
              <a:t>Cₕ(a) adds the closing edge weight to its endpoint-label bins.</a:t>
            </a:r>
          </a:p>
        </p:txBody>
      </p:sp>
      <p:pic>
        <p:nvPicPr>
          <p:cNvPr id="23" name="">
            <a:extLst xmlns:a="http://schemas.openxmlformats.org/drawingml/2006/main">
              <a:ext uri="{FF2B5EF4-FFF2-40B4-BE49-F238E27FC236}">
                <a16:creationId xmlns:a16="http://schemas.microsoft.com/office/drawing/2014/main" id="{CCB599F3-BDF3-4253-BCF2-94E381CC19BF}"/>
              </a:ext>
            </a:extLst>
          </p:cNvPr>
          <p:cNvPicPr>
            <a:picLocks xmlns:a="http://schemas.openxmlformats.org/drawingml/2006/main" noChangeAspect="1"/>
          </p:cNvPicPr>
          <p:nvPr/>
        </p:nvPicPr>
        <p:blipFill>
          <a:blip xmlns:r="http://schemas.openxmlformats.org/officeDocument/2006/relationships" xmlns:a="http://schemas.openxmlformats.org/drawingml/2006/main" r:embed="Rcb53bdd289474c49"/>
          <a:stretch xmlns:a="http://schemas.openxmlformats.org/drawingml/2006/main"/>
        </p:blipFill>
        <p:spPr>
          <a:xfrm xmlns:a="http://schemas.openxmlformats.org/drawingml/2006/main">
            <a:off x="6000750" y="1534886"/>
            <a:ext cx="5429250" cy="3102429"/>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726735BC-A737-4EF5-A6F1-1541E495FF48}"/>
              </a:ext>
            </a:extLst>
          </p:cNvPr>
          <p:cNvSpPr>
            <a:spLocks xmlns:a="http://schemas.openxmlformats.org/drawingml/2006/main" noGrp="1"/>
          </p:cNvSpPr>
          <p:nvPr/>
        </p:nvSpPr>
        <p:spPr>
          <a:xfrm xmlns:a="http://schemas.openxmlformats.org/drawingml/2006/main">
            <a:off x="6200775" y="4752975"/>
            <a:ext cx="5029200" cy="876300"/>
          </a:xfrm>
          <a:prstGeom xmlns:a="http://schemas.openxmlformats.org/drawingml/2006/main" prst="roundRect">
            <a:avLst>
              <a:gd name="adj" fmla="val 8696"/>
            </a:avLst>
          </a:prstGeom>
          <a:solidFill xmlns:a="http://schemas.openxmlformats.org/drawingml/2006/main">
            <a:srgbClr val="1024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278E022-AA75-4A39-BB2C-1AA58CD0D3EB}"/>
              </a:ext>
            </a:extLst>
          </p:cNvPr>
          <p:cNvSpPr>
            <a:spLocks xmlns:a="http://schemas.openxmlformats.org/drawingml/2006/main" noGrp="1"/>
          </p:cNvSpPr>
          <p:nvPr/>
        </p:nvSpPr>
        <p:spPr>
          <a:xfrm xmlns:a="http://schemas.openxmlformats.org/drawingml/2006/main">
            <a:off x="6391275" y="48577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FFFFFF"/>
                </a:solidFill>
                <a:latin typeface="Aptos"/>
                <a:ea typeface="Aptos"/>
                <a:cs typeface="Aptos"/>
              </a:defRPr>
            </a:defPPr>
          </a:lstStyle>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MUTAG  +1.61 pp vs P-WL</a:t>
            </a:r>
          </a:p>
        </p:txBody>
      </p:sp>
      <p:sp>
        <p:nvSpPr>
          <p:cNvPr id="26" name="">
            <a:extLst xmlns:a="http://schemas.openxmlformats.org/drawingml/2006/main">
              <a:ext uri="{FF2B5EF4-FFF2-40B4-BE49-F238E27FC236}">
                <a16:creationId xmlns:a16="http://schemas.microsoft.com/office/drawing/2014/main" id="{9E59E9B3-DF82-4CA2-A682-F48C6812CC4B}"/>
              </a:ext>
            </a:extLst>
          </p:cNvPr>
          <p:cNvSpPr>
            <a:spLocks xmlns:a="http://schemas.openxmlformats.org/drawingml/2006/main" noGrp="1"/>
          </p:cNvSpPr>
          <p:nvPr/>
        </p:nvSpPr>
        <p:spPr>
          <a:xfrm xmlns:a="http://schemas.openxmlformats.org/drawingml/2006/main">
            <a:off x="6391275" y="5219700"/>
            <a:ext cx="466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BCD0DF"/>
                </a:solidFill>
                <a:latin typeface="Aptos"/>
                <a:ea typeface="Aptos"/>
                <a:cs typeface="Aptos"/>
              </a:defRPr>
            </a:defPPr>
          </a:lstStyle>
          <a:p xmlns:a="http://schemas.openxmlformats.org/drawingml/2006/main">
            <a:pPr algn="ctr">
              <a:buNone/>
              <a:defRPr sz="1350" b="1">
                <a:solidFill>
                  <a:srgbClr val="BCD0DF"/>
                </a:solidFill>
                <a:latin typeface="Aptos"/>
                <a:ea typeface="Aptos"/>
                <a:cs typeface="Aptos"/>
              </a:defRPr>
            </a:pPr>
            <a:r>
              <a:rPr sz="1350" b="1">
                <a:solidFill>
                  <a:srgbClr val="BCD0DF"/>
                </a:solidFill>
                <a:latin typeface="Aptos"/>
                <a:ea typeface="Aptos"/>
                <a:cs typeface="Aptos"/>
              </a:rPr>
              <a:t>PTC-MR  −0.55 pp vs P-WL</a:t>
            </a:r>
          </a:p>
        </p:txBody>
      </p:sp>
      <p:sp>
        <p:nvSpPr>
          <p:cNvPr id="27" name="">
            <a:extLst xmlns:a="http://schemas.openxmlformats.org/drawingml/2006/main">
              <a:ext uri="{FF2B5EF4-FFF2-40B4-BE49-F238E27FC236}">
                <a16:creationId xmlns:a16="http://schemas.microsoft.com/office/drawing/2014/main" id="{F727889F-ACCC-4C36-89FA-61047FA193E8}"/>
              </a:ext>
            </a:extLst>
          </p:cNvPr>
          <p:cNvSpPr>
            <a:spLocks xmlns:a="http://schemas.openxmlformats.org/drawingml/2006/main" noGrp="1"/>
          </p:cNvSpPr>
          <p:nvPr/>
        </p:nvSpPr>
        <p:spPr>
          <a:xfrm xmlns:a="http://schemas.openxmlformats.org/drawingml/2006/main">
            <a:off x="971550" y="585787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607286"/>
                </a:solidFill>
                <a:latin typeface="Aptos"/>
                <a:ea typeface="Aptos"/>
                <a:cs typeface="Aptos"/>
              </a:defRPr>
            </a:defPPr>
          </a:lstStyle>
          <a:p xmlns:a="http://schemas.openxmlformats.org/drawingml/2006/main">
            <a:pPr algn="ctr">
              <a:buNone/>
              <a:defRPr sz="1125" b="0">
                <a:solidFill>
                  <a:srgbClr val="607286"/>
                </a:solidFill>
                <a:latin typeface="Aptos"/>
                <a:ea typeface="Aptos"/>
                <a:cs typeface="Aptos"/>
              </a:defRPr>
            </a:pPr>
            <a:r>
              <a:rPr sz="1125" b="0">
                <a:solidFill>
                  <a:srgbClr val="607286"/>
                </a:solidFill>
                <a:latin typeface="Aptos"/>
                <a:ea typeface="Aptos"/>
                <a:cs typeface="Aptos"/>
              </a:rPr>
              <a:t>Same-label endpoints contribute twice. No triangles are filled.</a:t>
            </a:r>
          </a:p>
        </p:txBody>
      </p:sp>
    </p:spTree>
    <p:extLst>
      <p:ext uri="{BB962C8B-B14F-4D97-AF65-F5344CB8AC3E}">
        <p14:creationId xmlns:p14="http://schemas.microsoft.com/office/powerpoint/2010/main" val="166176646"/>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4BC6509-BB4F-41DD-A78B-6F103377BE62}"/>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Tested positive λ values matched predictions</a:t>
            </a:r>
          </a:p>
        </p:txBody>
      </p:sp>
      <p:sp>
        <p:nvSpPr>
          <p:cNvPr id="2" name="">
            <a:extLst xmlns:a="http://schemas.openxmlformats.org/drawingml/2006/main">
              <a:ext uri="{FF2B5EF4-FFF2-40B4-BE49-F238E27FC236}">
                <a16:creationId xmlns:a16="http://schemas.microsoft.com/office/drawing/2014/main" id="{9E292ECE-1AD6-4FF8-8AD3-CAE64B76F0CC}"/>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Observed across 100 outer folds per dataset; no universal guarantee</a:t>
            </a:r>
          </a:p>
        </p:txBody>
      </p:sp>
      <p:sp>
        <p:nvSpPr>
          <p:cNvPr id="3" name="">
            <a:extLst xmlns:a="http://schemas.openxmlformats.org/drawingml/2006/main">
              <a:ext uri="{FF2B5EF4-FFF2-40B4-BE49-F238E27FC236}">
                <a16:creationId xmlns:a16="http://schemas.microsoft.com/office/drawing/2014/main" id="{ECD04F07-81DF-4CF3-A425-154662154E6D}"/>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54F9890-797D-4E3D-9C33-ED9E460D7120}"/>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METHODS</a:t>
            </a:r>
          </a:p>
        </p:txBody>
      </p:sp>
      <p:sp>
        <p:nvSpPr>
          <p:cNvPr id="5" name="">
            <a:extLst xmlns:a="http://schemas.openxmlformats.org/drawingml/2006/main">
              <a:ext uri="{FF2B5EF4-FFF2-40B4-BE49-F238E27FC236}">
                <a16:creationId xmlns:a16="http://schemas.microsoft.com/office/drawing/2014/main" id="{9B8492CD-2999-4C7E-9609-62FB92530F1B}"/>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355095B8-31C3-4249-8B7F-DA0BF4B64800}"/>
              </a:ext>
            </a:extLst>
          </p:cNvPr>
          <p:cNvSpPr>
            <a:spLocks xmlns:a="http://schemas.openxmlformats.org/drawingml/2006/main" noGrp="1"/>
          </p:cNvSpPr>
          <p:nvPr/>
        </p:nvSpPr>
        <p:spPr>
          <a:xfrm xmlns:a="http://schemas.openxmlformats.org/drawingml/2006/main">
            <a:off x="628650" y="1514475"/>
            <a:ext cx="3810000" cy="3857625"/>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1430">
            <a:solidFill>
              <a:srgbClr val="D6DDE3"/>
            </a:solidFill>
            <a:prstDash val="solid"/>
          </a:ln>
        </p:spPr>
      </p:sp>
      <p:sp>
        <p:nvSpPr>
          <p:cNvPr id="7" name="">
            <a:extLst xmlns:a="http://schemas.openxmlformats.org/drawingml/2006/main">
              <a:ext uri="{FF2B5EF4-FFF2-40B4-BE49-F238E27FC236}">
                <a16:creationId xmlns:a16="http://schemas.microsoft.com/office/drawing/2014/main" id="{5FBC843A-E4E3-4E3D-A9D3-636B84A7D35B}"/>
              </a:ext>
            </a:extLst>
          </p:cNvPr>
          <p:cNvSpPr>
            <a:spLocks xmlns:a="http://schemas.openxmlformats.org/drawingml/2006/main" noGrp="1"/>
          </p:cNvSpPr>
          <p:nvPr/>
        </p:nvSpPr>
        <p:spPr>
          <a:xfrm xmlns:a="http://schemas.openxmlformats.org/drawingml/2006/main">
            <a:off x="876300" y="1733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REPRESENTATION</a:t>
            </a:r>
          </a:p>
        </p:txBody>
      </p:sp>
      <p:sp>
        <p:nvSpPr>
          <p:cNvPr id="8" name="">
            <a:extLst xmlns:a="http://schemas.openxmlformats.org/drawingml/2006/main">
              <a:ext uri="{FF2B5EF4-FFF2-40B4-BE49-F238E27FC236}">
                <a16:creationId xmlns:a16="http://schemas.microsoft.com/office/drawing/2014/main" id="{76F614AA-B267-4EB9-A37A-38BDFFBF2B04}"/>
              </a:ext>
            </a:extLst>
          </p:cNvPr>
          <p:cNvSpPr>
            <a:spLocks xmlns:a="http://schemas.openxmlformats.org/drawingml/2006/main" noGrp="1"/>
          </p:cNvSpPr>
          <p:nvPr/>
        </p:nvSpPr>
        <p:spPr>
          <a:xfrm xmlns:a="http://schemas.openxmlformats.org/drawingml/2006/main">
            <a:off x="904875" y="2133600"/>
            <a:ext cx="314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475" b="1">
                <a:solidFill>
                  <a:srgbClr val="10243B"/>
                </a:solidFill>
                <a:latin typeface="Aptos"/>
                <a:ea typeface="Aptos"/>
                <a:cs typeface="Aptos"/>
              </a:defRPr>
            </a:defPPr>
          </a:lstStyle>
          <a:p xmlns:a="http://schemas.openxmlformats.org/drawingml/2006/main">
            <a:pPr algn="ctr">
              <a:buNone/>
              <a:defRPr sz="2475" b="1">
                <a:solidFill>
                  <a:srgbClr val="10243B"/>
                </a:solidFill>
                <a:latin typeface="Aptos"/>
                <a:ea typeface="Aptos"/>
                <a:cs typeface="Aptos"/>
              </a:defRPr>
            </a:pPr>
            <a:r>
              <a:rPr sz="2475" b="1">
                <a:solidFill>
                  <a:srgbClr val="10243B"/>
                </a:solidFill>
                <a:latin typeface="Aptos"/>
                <a:ea typeface="Aptos"/>
                <a:cs typeface="Aptos"/>
              </a:rPr>
              <a:t>φλ = [ V , λC ]</a:t>
            </a:r>
          </a:p>
        </p:txBody>
      </p:sp>
      <p:sp>
        <p:nvSpPr>
          <p:cNvPr id="9" name="">
            <a:extLst xmlns:a="http://schemas.openxmlformats.org/drawingml/2006/main">
              <a:ext uri="{FF2B5EF4-FFF2-40B4-BE49-F238E27FC236}">
                <a16:creationId xmlns:a16="http://schemas.microsoft.com/office/drawing/2014/main" id="{A76C8EF9-23EA-4556-A324-0E431E431770}"/>
              </a:ext>
            </a:extLst>
          </p:cNvPr>
          <p:cNvSpPr>
            <a:spLocks xmlns:a="http://schemas.openxmlformats.org/drawingml/2006/main" noGrp="1"/>
          </p:cNvSpPr>
          <p:nvPr/>
        </p:nvSpPr>
        <p:spPr>
          <a:xfrm xmlns:a="http://schemas.openxmlformats.org/drawingml/2006/main">
            <a:off x="1028700" y="2828925"/>
            <a:ext cx="133350" cy="133350"/>
          </a:xfrm>
          <a:prstGeom xmlns:a="http://schemas.openxmlformats.org/drawingml/2006/main" prst="ellipse">
            <a:avLst/>
          </a:prstGeom>
          <a:solidFill xmlns:a="http://schemas.openxmlformats.org/drawingml/2006/main">
            <a:srgbClr val="B8C3C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8256428-0699-4F64-ADDC-1747DB23B94B}"/>
              </a:ext>
            </a:extLst>
          </p:cNvPr>
          <p:cNvSpPr>
            <a:spLocks xmlns:a="http://schemas.openxmlformats.org/drawingml/2006/main" noGrp="1"/>
          </p:cNvSpPr>
          <p:nvPr/>
        </p:nvSpPr>
        <p:spPr>
          <a:xfrm xmlns:a="http://schemas.openxmlformats.org/drawingml/2006/main">
            <a:off x="1323975" y="2771775"/>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22238"/>
                </a:solidFill>
                <a:latin typeface="Aptos"/>
                <a:ea typeface="Aptos"/>
                <a:cs typeface="Aptos"/>
              </a:defRPr>
            </a:defPPr>
          </a:lstStyle>
          <a:p xmlns:a="http://schemas.openxmlformats.org/drawingml/2006/main">
            <a:pPr algn="l">
              <a:buNone/>
              <a:defRPr sz="1425" b="1">
                <a:solidFill>
                  <a:srgbClr val="122238"/>
                </a:solidFill>
                <a:latin typeface="Aptos"/>
                <a:ea typeface="Aptos"/>
                <a:cs typeface="Aptos"/>
              </a:defRPr>
            </a:pPr>
            <a:r>
              <a:rPr sz="1425" b="1">
                <a:solidFill>
                  <a:srgbClr val="122238"/>
                </a:solidFill>
                <a:latin typeface="Aptos"/>
                <a:ea typeface="Aptos"/>
                <a:cs typeface="Aptos"/>
              </a:rPr>
              <a:t>λ = 0</a:t>
            </a:r>
          </a:p>
        </p:txBody>
      </p:sp>
      <p:sp>
        <p:nvSpPr>
          <p:cNvPr id="11" name="">
            <a:extLst xmlns:a="http://schemas.openxmlformats.org/drawingml/2006/main">
              <a:ext uri="{FF2B5EF4-FFF2-40B4-BE49-F238E27FC236}">
                <a16:creationId xmlns:a16="http://schemas.microsoft.com/office/drawing/2014/main" id="{65F1A151-4D47-4FB8-8914-3D9B1B178C8F}"/>
              </a:ext>
            </a:extLst>
          </p:cNvPr>
          <p:cNvSpPr>
            <a:spLocks xmlns:a="http://schemas.openxmlformats.org/drawingml/2006/main" noGrp="1"/>
          </p:cNvSpPr>
          <p:nvPr/>
        </p:nvSpPr>
        <p:spPr>
          <a:xfrm xmlns:a="http://schemas.openxmlformats.org/drawingml/2006/main">
            <a:off x="3314700" y="277177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607286"/>
                </a:solidFill>
                <a:latin typeface="Aptos"/>
                <a:ea typeface="Aptos"/>
                <a:cs typeface="Aptos"/>
              </a:defRPr>
            </a:defPPr>
          </a:lstStyle>
          <a:p xmlns:a="http://schemas.openxmlformats.org/drawingml/2006/main">
            <a:pPr algn="r">
              <a:buNone/>
              <a:defRPr sz="1125" b="1">
                <a:solidFill>
                  <a:srgbClr val="607286"/>
                </a:solidFill>
                <a:latin typeface="Aptos"/>
                <a:ea typeface="Aptos"/>
                <a:cs typeface="Aptos"/>
              </a:defRPr>
            </a:pPr>
            <a:r>
              <a:rPr sz="1125" b="1">
                <a:solidFill>
                  <a:srgbClr val="607286"/>
                </a:solidFill>
                <a:latin typeface="Aptos"/>
                <a:ea typeface="Aptos"/>
                <a:cs typeface="Aptos"/>
              </a:rPr>
              <a:t>P-WL</a:t>
            </a:r>
          </a:p>
        </p:txBody>
      </p:sp>
      <p:sp>
        <p:nvSpPr>
          <p:cNvPr id="12" name="">
            <a:extLst xmlns:a="http://schemas.openxmlformats.org/drawingml/2006/main">
              <a:ext uri="{FF2B5EF4-FFF2-40B4-BE49-F238E27FC236}">
                <a16:creationId xmlns:a16="http://schemas.microsoft.com/office/drawing/2014/main" id="{69075A0E-34B3-4BD9-9294-C44D3677C684}"/>
              </a:ext>
            </a:extLst>
          </p:cNvPr>
          <p:cNvSpPr>
            <a:spLocks xmlns:a="http://schemas.openxmlformats.org/drawingml/2006/main" noGrp="1"/>
          </p:cNvSpPr>
          <p:nvPr/>
        </p:nvSpPr>
        <p:spPr>
          <a:xfrm xmlns:a="http://schemas.openxmlformats.org/drawingml/2006/main">
            <a:off x="1028700" y="3276600"/>
            <a:ext cx="133350" cy="133350"/>
          </a:xfrm>
          <a:prstGeom xmlns:a="http://schemas.openxmlformats.org/drawingml/2006/main" prst="ellipse">
            <a:avLst/>
          </a:prstGeom>
          <a:solidFill xmlns:a="http://schemas.openxmlformats.org/drawingml/2006/main">
            <a:srgbClr val="007F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B684B78-58E7-48EC-B1EB-4F3612DC5924}"/>
              </a:ext>
            </a:extLst>
          </p:cNvPr>
          <p:cNvSpPr>
            <a:spLocks xmlns:a="http://schemas.openxmlformats.org/drawingml/2006/main" noGrp="1"/>
          </p:cNvSpPr>
          <p:nvPr/>
        </p:nvSpPr>
        <p:spPr>
          <a:xfrm xmlns:a="http://schemas.openxmlformats.org/drawingml/2006/main">
            <a:off x="1323975" y="321945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22238"/>
                </a:solidFill>
                <a:latin typeface="Aptos"/>
                <a:ea typeface="Aptos"/>
                <a:cs typeface="Aptos"/>
              </a:defRPr>
            </a:defPPr>
          </a:lstStyle>
          <a:p xmlns:a="http://schemas.openxmlformats.org/drawingml/2006/main">
            <a:pPr algn="l">
              <a:buNone/>
              <a:defRPr sz="1425" b="0">
                <a:solidFill>
                  <a:srgbClr val="122238"/>
                </a:solidFill>
                <a:latin typeface="Aptos"/>
                <a:ea typeface="Aptos"/>
                <a:cs typeface="Aptos"/>
              </a:defRPr>
            </a:pPr>
            <a:r>
              <a:rPr sz="1425" b="0">
                <a:solidFill>
                  <a:srgbClr val="122238"/>
                </a:solidFill>
                <a:latin typeface="Aptos"/>
                <a:ea typeface="Aptos"/>
                <a:cs typeface="Aptos"/>
              </a:rPr>
              <a:t>λ = 0.25</a:t>
            </a:r>
          </a:p>
        </p:txBody>
      </p:sp>
      <p:sp>
        <p:nvSpPr>
          <p:cNvPr id="14" name="">
            <a:extLst xmlns:a="http://schemas.openxmlformats.org/drawingml/2006/main">
              <a:ext uri="{FF2B5EF4-FFF2-40B4-BE49-F238E27FC236}">
                <a16:creationId xmlns:a16="http://schemas.microsoft.com/office/drawing/2014/main" id="{1DA2F3EB-DBDD-4F9C-8B0A-7AAB8B632E8A}"/>
              </a:ext>
            </a:extLst>
          </p:cNvPr>
          <p:cNvSpPr>
            <a:spLocks xmlns:a="http://schemas.openxmlformats.org/drawingml/2006/main" noGrp="1"/>
          </p:cNvSpPr>
          <p:nvPr/>
        </p:nvSpPr>
        <p:spPr>
          <a:xfrm xmlns:a="http://schemas.openxmlformats.org/drawingml/2006/main">
            <a:off x="3314700" y="32194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007F78"/>
                </a:solidFill>
                <a:latin typeface="Aptos"/>
                <a:ea typeface="Aptos"/>
                <a:cs typeface="Aptos"/>
              </a:defRPr>
            </a:defPPr>
          </a:lstStyle>
          <a:p xmlns:a="http://schemas.openxmlformats.org/drawingml/2006/main">
            <a:pPr algn="r">
              <a:buNone/>
              <a:defRPr sz="1125" b="1">
                <a:solidFill>
                  <a:srgbClr val="007F78"/>
                </a:solidFill>
                <a:latin typeface="Aptos"/>
                <a:ea typeface="Aptos"/>
                <a:cs typeface="Aptos"/>
              </a:defRPr>
            </a:pPr>
            <a:r>
              <a:rPr sz="1125" b="1">
                <a:solidFill>
                  <a:srgbClr val="007F78"/>
                </a:solidFill>
                <a:latin typeface="Aptos"/>
                <a:ea typeface="Aptos"/>
                <a:cs typeface="Aptos"/>
              </a:rPr>
              <a:t>P-WL-C</a:t>
            </a:r>
          </a:p>
        </p:txBody>
      </p:sp>
      <p:sp>
        <p:nvSpPr>
          <p:cNvPr id="15" name="">
            <a:extLst xmlns:a="http://schemas.openxmlformats.org/drawingml/2006/main">
              <a:ext uri="{FF2B5EF4-FFF2-40B4-BE49-F238E27FC236}">
                <a16:creationId xmlns:a16="http://schemas.microsoft.com/office/drawing/2014/main" id="{FB47DC7E-C416-4A62-A5E2-9954AFC2E3C4}"/>
              </a:ext>
            </a:extLst>
          </p:cNvPr>
          <p:cNvSpPr>
            <a:spLocks xmlns:a="http://schemas.openxmlformats.org/drawingml/2006/main" noGrp="1"/>
          </p:cNvSpPr>
          <p:nvPr/>
        </p:nvSpPr>
        <p:spPr>
          <a:xfrm xmlns:a="http://schemas.openxmlformats.org/drawingml/2006/main">
            <a:off x="1028700" y="3724275"/>
            <a:ext cx="133350" cy="133350"/>
          </a:xfrm>
          <a:prstGeom xmlns:a="http://schemas.openxmlformats.org/drawingml/2006/main" prst="ellipse">
            <a:avLst/>
          </a:prstGeom>
          <a:solidFill xmlns:a="http://schemas.openxmlformats.org/drawingml/2006/main">
            <a:srgbClr val="007F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5AA2F48-CFE5-407E-9DC7-F039FC743028}"/>
              </a:ext>
            </a:extLst>
          </p:cNvPr>
          <p:cNvSpPr>
            <a:spLocks xmlns:a="http://schemas.openxmlformats.org/drawingml/2006/main" noGrp="1"/>
          </p:cNvSpPr>
          <p:nvPr/>
        </p:nvSpPr>
        <p:spPr>
          <a:xfrm xmlns:a="http://schemas.openxmlformats.org/drawingml/2006/main">
            <a:off x="1323975" y="3667125"/>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22238"/>
                </a:solidFill>
                <a:latin typeface="Aptos"/>
                <a:ea typeface="Aptos"/>
                <a:cs typeface="Aptos"/>
              </a:defRPr>
            </a:defPPr>
          </a:lstStyle>
          <a:p xmlns:a="http://schemas.openxmlformats.org/drawingml/2006/main">
            <a:pPr algn="l">
              <a:buNone/>
              <a:defRPr sz="1425" b="0">
                <a:solidFill>
                  <a:srgbClr val="122238"/>
                </a:solidFill>
                <a:latin typeface="Aptos"/>
                <a:ea typeface="Aptos"/>
                <a:cs typeface="Aptos"/>
              </a:defRPr>
            </a:pPr>
            <a:r>
              <a:rPr sz="1425" b="0">
                <a:solidFill>
                  <a:srgbClr val="122238"/>
                </a:solidFill>
                <a:latin typeface="Aptos"/>
                <a:ea typeface="Aptos"/>
                <a:cs typeface="Aptos"/>
              </a:rPr>
              <a:t>λ = 0.5</a:t>
            </a:r>
          </a:p>
        </p:txBody>
      </p:sp>
      <p:sp>
        <p:nvSpPr>
          <p:cNvPr id="17" name="">
            <a:extLst xmlns:a="http://schemas.openxmlformats.org/drawingml/2006/main">
              <a:ext uri="{FF2B5EF4-FFF2-40B4-BE49-F238E27FC236}">
                <a16:creationId xmlns:a16="http://schemas.microsoft.com/office/drawing/2014/main" id="{EBC5B264-DF9E-44E2-B7D9-CA672C0C987E}"/>
              </a:ext>
            </a:extLst>
          </p:cNvPr>
          <p:cNvSpPr>
            <a:spLocks xmlns:a="http://schemas.openxmlformats.org/drawingml/2006/main" noGrp="1"/>
          </p:cNvSpPr>
          <p:nvPr/>
        </p:nvSpPr>
        <p:spPr>
          <a:xfrm xmlns:a="http://schemas.openxmlformats.org/drawingml/2006/main">
            <a:off x="3314700" y="366712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007F78"/>
                </a:solidFill>
                <a:latin typeface="Aptos"/>
                <a:ea typeface="Aptos"/>
                <a:cs typeface="Aptos"/>
              </a:defRPr>
            </a:defPPr>
          </a:lstStyle>
          <a:p xmlns:a="http://schemas.openxmlformats.org/drawingml/2006/main">
            <a:pPr algn="r">
              <a:buNone/>
              <a:defRPr sz="1125" b="1">
                <a:solidFill>
                  <a:srgbClr val="007F78"/>
                </a:solidFill>
                <a:latin typeface="Aptos"/>
                <a:ea typeface="Aptos"/>
                <a:cs typeface="Aptos"/>
              </a:defRPr>
            </a:pPr>
            <a:r>
              <a:rPr sz="1125" b="1">
                <a:solidFill>
                  <a:srgbClr val="007F78"/>
                </a:solidFill>
                <a:latin typeface="Aptos"/>
                <a:ea typeface="Aptos"/>
                <a:cs typeface="Aptos"/>
              </a:rPr>
              <a:t>P-WL-C</a:t>
            </a:r>
          </a:p>
        </p:txBody>
      </p:sp>
      <p:sp>
        <p:nvSpPr>
          <p:cNvPr id="18" name="">
            <a:extLst xmlns:a="http://schemas.openxmlformats.org/drawingml/2006/main">
              <a:ext uri="{FF2B5EF4-FFF2-40B4-BE49-F238E27FC236}">
                <a16:creationId xmlns:a16="http://schemas.microsoft.com/office/drawing/2014/main" id="{4A3AC0A0-F2CF-4789-BF6C-2A40F014FF2C}"/>
              </a:ext>
            </a:extLst>
          </p:cNvPr>
          <p:cNvSpPr>
            <a:spLocks xmlns:a="http://schemas.openxmlformats.org/drawingml/2006/main" noGrp="1"/>
          </p:cNvSpPr>
          <p:nvPr/>
        </p:nvSpPr>
        <p:spPr>
          <a:xfrm xmlns:a="http://schemas.openxmlformats.org/drawingml/2006/main">
            <a:off x="1028700" y="4171950"/>
            <a:ext cx="133350" cy="133350"/>
          </a:xfrm>
          <a:prstGeom xmlns:a="http://schemas.openxmlformats.org/drawingml/2006/main" prst="ellipse">
            <a:avLst/>
          </a:prstGeom>
          <a:solidFill xmlns:a="http://schemas.openxmlformats.org/drawingml/2006/main">
            <a:srgbClr val="007F7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C57DA3-47C8-4EBF-AF3C-6E2B7A77CDD2}"/>
              </a:ext>
            </a:extLst>
          </p:cNvPr>
          <p:cNvSpPr>
            <a:spLocks xmlns:a="http://schemas.openxmlformats.org/drawingml/2006/main" noGrp="1"/>
          </p:cNvSpPr>
          <p:nvPr/>
        </p:nvSpPr>
        <p:spPr>
          <a:xfrm xmlns:a="http://schemas.openxmlformats.org/drawingml/2006/main">
            <a:off x="1323975" y="411480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22238"/>
                </a:solidFill>
                <a:latin typeface="Aptos"/>
                <a:ea typeface="Aptos"/>
                <a:cs typeface="Aptos"/>
              </a:defRPr>
            </a:defPPr>
          </a:lstStyle>
          <a:p xmlns:a="http://schemas.openxmlformats.org/drawingml/2006/main">
            <a:pPr algn="l">
              <a:buNone/>
              <a:defRPr sz="1425" b="0">
                <a:solidFill>
                  <a:srgbClr val="122238"/>
                </a:solidFill>
                <a:latin typeface="Aptos"/>
                <a:ea typeface="Aptos"/>
                <a:cs typeface="Aptos"/>
              </a:defRPr>
            </a:pPr>
            <a:r>
              <a:rPr sz="1425" b="0">
                <a:solidFill>
                  <a:srgbClr val="122238"/>
                </a:solidFill>
                <a:latin typeface="Aptos"/>
                <a:ea typeface="Aptos"/>
                <a:cs typeface="Aptos"/>
              </a:rPr>
              <a:t>λ = 1</a:t>
            </a:r>
          </a:p>
        </p:txBody>
      </p:sp>
      <p:sp>
        <p:nvSpPr>
          <p:cNvPr id="20" name="">
            <a:extLst xmlns:a="http://schemas.openxmlformats.org/drawingml/2006/main">
              <a:ext uri="{FF2B5EF4-FFF2-40B4-BE49-F238E27FC236}">
                <a16:creationId xmlns:a16="http://schemas.microsoft.com/office/drawing/2014/main" id="{83CE0A0E-21DF-4672-91A9-47655BBC5940}"/>
              </a:ext>
            </a:extLst>
          </p:cNvPr>
          <p:cNvSpPr>
            <a:spLocks xmlns:a="http://schemas.openxmlformats.org/drawingml/2006/main" noGrp="1"/>
          </p:cNvSpPr>
          <p:nvPr/>
        </p:nvSpPr>
        <p:spPr>
          <a:xfrm xmlns:a="http://schemas.openxmlformats.org/drawingml/2006/main">
            <a:off x="3314700" y="411480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007F78"/>
                </a:solidFill>
                <a:latin typeface="Aptos"/>
                <a:ea typeface="Aptos"/>
                <a:cs typeface="Aptos"/>
              </a:defRPr>
            </a:defPPr>
          </a:lstStyle>
          <a:p xmlns:a="http://schemas.openxmlformats.org/drawingml/2006/main">
            <a:pPr algn="r">
              <a:buNone/>
              <a:defRPr sz="1125" b="1">
                <a:solidFill>
                  <a:srgbClr val="007F78"/>
                </a:solidFill>
                <a:latin typeface="Aptos"/>
                <a:ea typeface="Aptos"/>
                <a:cs typeface="Aptos"/>
              </a:defRPr>
            </a:pPr>
            <a:r>
              <a:rPr sz="1125" b="1">
                <a:solidFill>
                  <a:srgbClr val="007F78"/>
                </a:solidFill>
                <a:latin typeface="Aptos"/>
                <a:ea typeface="Aptos"/>
                <a:cs typeface="Aptos"/>
              </a:rPr>
              <a:t>P-WL-C</a:t>
            </a:r>
          </a:p>
        </p:txBody>
      </p:sp>
      <p:sp>
        <p:nvSpPr>
          <p:cNvPr id="21" name="">
            <a:extLst xmlns:a="http://schemas.openxmlformats.org/drawingml/2006/main">
              <a:ext uri="{FF2B5EF4-FFF2-40B4-BE49-F238E27FC236}">
                <a16:creationId xmlns:a16="http://schemas.microsoft.com/office/drawing/2014/main" id="{96143576-9ADE-4C76-969A-7184C28426D6}"/>
              </a:ext>
            </a:extLst>
          </p:cNvPr>
          <p:cNvSpPr>
            <a:spLocks xmlns:a="http://schemas.openxmlformats.org/drawingml/2006/main" noGrp="1"/>
          </p:cNvSpPr>
          <p:nvPr/>
        </p:nvSpPr>
        <p:spPr>
          <a:xfrm xmlns:a="http://schemas.openxmlformats.org/drawingml/2006/main">
            <a:off x="1028700" y="4619625"/>
            <a:ext cx="133350" cy="133350"/>
          </a:xfrm>
          <a:prstGeom xmlns:a="http://schemas.openxmlformats.org/drawingml/2006/main" prst="ellipse">
            <a:avLst/>
          </a:prstGeom>
          <a:solidFill xmlns:a="http://schemas.openxmlformats.org/drawingml/2006/main">
            <a:srgbClr val="007F7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B6CED0B-0DFF-4E53-B8E4-8F1B86C095F6}"/>
              </a:ext>
            </a:extLst>
          </p:cNvPr>
          <p:cNvSpPr>
            <a:spLocks xmlns:a="http://schemas.openxmlformats.org/drawingml/2006/main" noGrp="1"/>
          </p:cNvSpPr>
          <p:nvPr/>
        </p:nvSpPr>
        <p:spPr>
          <a:xfrm xmlns:a="http://schemas.openxmlformats.org/drawingml/2006/main">
            <a:off x="1323975" y="4562475"/>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22238"/>
                </a:solidFill>
                <a:latin typeface="Aptos"/>
                <a:ea typeface="Aptos"/>
                <a:cs typeface="Aptos"/>
              </a:defRPr>
            </a:defPPr>
          </a:lstStyle>
          <a:p xmlns:a="http://schemas.openxmlformats.org/drawingml/2006/main">
            <a:pPr algn="l">
              <a:buNone/>
              <a:defRPr sz="1425" b="0">
                <a:solidFill>
                  <a:srgbClr val="122238"/>
                </a:solidFill>
                <a:latin typeface="Aptos"/>
                <a:ea typeface="Aptos"/>
                <a:cs typeface="Aptos"/>
              </a:defRPr>
            </a:pPr>
            <a:r>
              <a:rPr sz="1425" b="0">
                <a:solidFill>
                  <a:srgbClr val="122238"/>
                </a:solidFill>
                <a:latin typeface="Aptos"/>
                <a:ea typeface="Aptos"/>
                <a:cs typeface="Aptos"/>
              </a:rPr>
              <a:t>λ = 2</a:t>
            </a:r>
          </a:p>
        </p:txBody>
      </p:sp>
      <p:sp>
        <p:nvSpPr>
          <p:cNvPr id="23" name="">
            <a:extLst xmlns:a="http://schemas.openxmlformats.org/drawingml/2006/main">
              <a:ext uri="{FF2B5EF4-FFF2-40B4-BE49-F238E27FC236}">
                <a16:creationId xmlns:a16="http://schemas.microsoft.com/office/drawing/2014/main" id="{32DAD1A5-83B4-4B63-8818-92E84F42DA08}"/>
              </a:ext>
            </a:extLst>
          </p:cNvPr>
          <p:cNvSpPr>
            <a:spLocks xmlns:a="http://schemas.openxmlformats.org/drawingml/2006/main" noGrp="1"/>
          </p:cNvSpPr>
          <p:nvPr/>
        </p:nvSpPr>
        <p:spPr>
          <a:xfrm xmlns:a="http://schemas.openxmlformats.org/drawingml/2006/main">
            <a:off x="3314700" y="456247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007F78"/>
                </a:solidFill>
                <a:latin typeface="Aptos"/>
                <a:ea typeface="Aptos"/>
                <a:cs typeface="Aptos"/>
              </a:defRPr>
            </a:defPPr>
          </a:lstStyle>
          <a:p xmlns:a="http://schemas.openxmlformats.org/drawingml/2006/main">
            <a:pPr algn="r">
              <a:buNone/>
              <a:defRPr sz="1125" b="1">
                <a:solidFill>
                  <a:srgbClr val="007F78"/>
                </a:solidFill>
                <a:latin typeface="Aptos"/>
                <a:ea typeface="Aptos"/>
                <a:cs typeface="Aptos"/>
              </a:defRPr>
            </a:pPr>
            <a:r>
              <a:rPr sz="1125" b="1">
                <a:solidFill>
                  <a:srgbClr val="007F78"/>
                </a:solidFill>
                <a:latin typeface="Aptos"/>
                <a:ea typeface="Aptos"/>
                <a:cs typeface="Aptos"/>
              </a:rPr>
              <a:t>P-WL-C</a:t>
            </a:r>
          </a:p>
        </p:txBody>
      </p:sp>
      <p:sp>
        <p:nvSpPr>
          <p:cNvPr id="24" name="">
            <a:extLst xmlns:a="http://schemas.openxmlformats.org/drawingml/2006/main">
              <a:ext uri="{FF2B5EF4-FFF2-40B4-BE49-F238E27FC236}">
                <a16:creationId xmlns:a16="http://schemas.microsoft.com/office/drawing/2014/main" id="{7FABB950-D0C9-439F-8EF7-3FF08AFF9D3A}"/>
              </a:ext>
            </a:extLst>
          </p:cNvPr>
          <p:cNvSpPr>
            <a:spLocks xmlns:a="http://schemas.openxmlformats.org/drawingml/2006/main" noGrp="1"/>
          </p:cNvSpPr>
          <p:nvPr/>
        </p:nvSpPr>
        <p:spPr>
          <a:xfrm xmlns:a="http://schemas.openxmlformats.org/drawingml/2006/main">
            <a:off x="895350" y="517207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4503"/>
          </a:bodyPr>
          <a:lstStyle xmlns:a="http://schemas.openxmlformats.org/drawingml/2006/main">
            <a:defPPr algn="ctr">
              <a:defRPr sz="1125" b="1">
                <a:solidFill>
                  <a:srgbClr val="007F78"/>
                </a:solidFill>
                <a:latin typeface="Aptos"/>
                <a:ea typeface="Aptos"/>
                <a:cs typeface="Aptos"/>
              </a:defRPr>
            </a:defPPr>
          </a:lstStyle>
          <a:p xmlns:a="http://schemas.openxmlformats.org/drawingml/2006/main">
            <a:pPr algn="ctr">
              <a:buNone/>
              <a:defRPr sz="1125" b="1">
                <a:solidFill>
                  <a:srgbClr val="007F78"/>
                </a:solidFill>
                <a:latin typeface="Aptos"/>
                <a:ea typeface="Aptos"/>
                <a:cs typeface="Aptos"/>
              </a:defRPr>
            </a:pPr>
            <a:r>
              <a:rPr sz="1125" b="1">
                <a:solidFill>
                  <a:srgbClr val="007F78"/>
                </a:solidFill>
                <a:latin typeface="Aptos"/>
                <a:ea typeface="Aptos"/>
                <a:cs typeface="Aptos"/>
              </a:rPr>
              <a:t>Identical predictions across 100 tested folds per dataset</a:t>
            </a:r>
          </a:p>
        </p:txBody>
      </p:sp>
      <p:pic>
        <p:nvPicPr>
          <p:cNvPr id="25" name="">
            <a:extLst xmlns:a="http://schemas.openxmlformats.org/drawingml/2006/main">
              <a:ext uri="{FF2B5EF4-FFF2-40B4-BE49-F238E27FC236}">
                <a16:creationId xmlns:a16="http://schemas.microsoft.com/office/drawing/2014/main" id="{5D0335F0-2112-4E32-BA36-B3B5AB1FBB10}"/>
              </a:ext>
            </a:extLst>
          </p:cNvPr>
          <p:cNvPicPr>
            <a:picLocks xmlns:a="http://schemas.openxmlformats.org/drawingml/2006/main" noChangeAspect="1"/>
          </p:cNvPicPr>
          <p:nvPr/>
        </p:nvPicPr>
        <p:blipFill>
          <a:blip xmlns:r="http://schemas.openxmlformats.org/officeDocument/2006/relationships" xmlns:a="http://schemas.openxmlformats.org/drawingml/2006/main" r:embed="Rbca9d123021b4eef"/>
          <a:stretch xmlns:a="http://schemas.openxmlformats.org/drawingml/2006/main"/>
        </p:blipFill>
        <p:spPr>
          <a:xfrm xmlns:a="http://schemas.openxmlformats.org/drawingml/2006/main">
            <a:off x="5554266" y="1562100"/>
            <a:ext cx="4950619" cy="2200275"/>
          </a:xfrm>
          <a:prstGeom xmlns:a="http://schemas.openxmlformats.org/drawingml/2006/main" prst="rect">
            <a:avLst/>
          </a:prstGeom>
        </p:spPr>
      </p:pic>
      <p:pic>
        <p:nvPicPr>
          <p:cNvPr id="26" name="">
            <a:extLst xmlns:a="http://schemas.openxmlformats.org/drawingml/2006/main">
              <a:ext uri="{FF2B5EF4-FFF2-40B4-BE49-F238E27FC236}">
                <a16:creationId xmlns:a16="http://schemas.microsoft.com/office/drawing/2014/main" id="{284C57B2-F1F5-4D02-971F-0C5A9B11EB93}"/>
              </a:ext>
            </a:extLst>
          </p:cNvPr>
          <p:cNvPicPr>
            <a:picLocks xmlns:a="http://schemas.openxmlformats.org/drawingml/2006/main" noChangeAspect="1"/>
          </p:cNvPicPr>
          <p:nvPr/>
        </p:nvPicPr>
        <p:blipFill>
          <a:blip xmlns:r="http://schemas.openxmlformats.org/officeDocument/2006/relationships" xmlns:a="http://schemas.openxmlformats.org/drawingml/2006/main" r:embed="Rab636e2972874299"/>
          <a:stretch xmlns:a="http://schemas.openxmlformats.org/drawingml/2006/main"/>
        </p:blipFill>
        <p:spPr>
          <a:xfrm xmlns:a="http://schemas.openxmlformats.org/drawingml/2006/main">
            <a:off x="5554266" y="3895725"/>
            <a:ext cx="4950619" cy="2200275"/>
          </a:xfrm>
          <a:prstGeom xmlns:a="http://schemas.openxmlformats.org/drawingml/2006/main" prst="rect">
            <a:avLst/>
          </a:prstGeom>
        </p:spPr>
      </p:pic>
    </p:spTree>
    <p:extLst>
      <p:ext uri="{BB962C8B-B14F-4D97-AF65-F5344CB8AC3E}">
        <p14:creationId xmlns:p14="http://schemas.microsoft.com/office/powerpoint/2010/main" val="1945749592"/>
      </p:ext>
    </p:extLst>
  </p:cSld>
</p:sld>
</file>

<file path=ppt/slides/slide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F52B8980-6768-4947-BF49-921CB828A0A0}"/>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Binary cycle encoding asks whether magnitude matters</a:t>
            </a:r>
          </a:p>
        </p:txBody>
      </p:sp>
      <p:sp>
        <p:nvSpPr>
          <p:cNvPr id="2" name="">
            <a:extLst xmlns:a="http://schemas.openxmlformats.org/drawingml/2006/main">
              <a:ext uri="{FF2B5EF4-FFF2-40B4-BE49-F238E27FC236}">
                <a16:creationId xmlns:a16="http://schemas.microsoft.com/office/drawing/2014/main" id="{436EA192-0674-403A-AD16-553FEDF91C4E}"/>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The transformation keeps cycle presence and collapses positive magnitudes</a:t>
            </a:r>
          </a:p>
        </p:txBody>
      </p:sp>
      <p:sp>
        <p:nvSpPr>
          <p:cNvPr id="3" name="">
            <a:extLst xmlns:a="http://schemas.openxmlformats.org/drawingml/2006/main">
              <a:ext uri="{FF2B5EF4-FFF2-40B4-BE49-F238E27FC236}">
                <a16:creationId xmlns:a16="http://schemas.microsoft.com/office/drawing/2014/main" id="{8303E2E4-584C-46CF-B484-16C8229384C1}"/>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C220D8-9FF1-4829-9599-B2ACC81BFF3A}"/>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CUSTOM MODIFICATION</a:t>
            </a:r>
          </a:p>
        </p:txBody>
      </p:sp>
      <p:sp>
        <p:nvSpPr>
          <p:cNvPr id="5" name="">
            <a:extLst xmlns:a="http://schemas.openxmlformats.org/drawingml/2006/main">
              <a:ext uri="{FF2B5EF4-FFF2-40B4-BE49-F238E27FC236}">
                <a16:creationId xmlns:a16="http://schemas.microsoft.com/office/drawing/2014/main" id="{2A2121EA-C0E5-4188-A13B-E19C803C23BE}"/>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0A886918-BEFF-4F7B-B643-BC6FAAFC72A7}"/>
              </a:ext>
            </a:extLst>
          </p:cNvPr>
          <p:cNvSpPr>
            <a:spLocks xmlns:a="http://schemas.openxmlformats.org/drawingml/2006/main" noGrp="1"/>
          </p:cNvSpPr>
          <p:nvPr/>
        </p:nvSpPr>
        <p:spPr>
          <a:xfrm xmlns:a="http://schemas.openxmlformats.org/drawingml/2006/main">
            <a:off x="742950" y="16287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BEFORE  /  MAGNITUDE</a:t>
            </a:r>
          </a:p>
        </p:txBody>
      </p:sp>
      <p:sp>
        <p:nvSpPr>
          <p:cNvPr id="7" name="">
            <a:extLst xmlns:a="http://schemas.openxmlformats.org/drawingml/2006/main">
              <a:ext uri="{FF2B5EF4-FFF2-40B4-BE49-F238E27FC236}">
                <a16:creationId xmlns:a16="http://schemas.microsoft.com/office/drawing/2014/main" id="{B764B237-1B33-4558-BDF4-ABA4971C0C9A}"/>
              </a:ext>
            </a:extLst>
          </p:cNvPr>
          <p:cNvSpPr>
            <a:spLocks xmlns:a="http://schemas.openxmlformats.org/drawingml/2006/main" noGrp="1"/>
          </p:cNvSpPr>
          <p:nvPr/>
        </p:nvSpPr>
        <p:spPr>
          <a:xfrm xmlns:a="http://schemas.openxmlformats.org/drawingml/2006/main">
            <a:off x="6953250" y="16287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2644A"/>
                </a:solidFill>
                <a:latin typeface="Aptos"/>
                <a:ea typeface="Aptos"/>
                <a:cs typeface="Aptos"/>
              </a:defRPr>
            </a:defPPr>
          </a:lstStyle>
          <a:p xmlns:a="http://schemas.openxmlformats.org/drawingml/2006/main">
            <a:pPr algn="l">
              <a:buNone/>
              <a:defRPr sz="975" b="1">
                <a:solidFill>
                  <a:srgbClr val="D2644A"/>
                </a:solidFill>
                <a:latin typeface="Aptos"/>
                <a:ea typeface="Aptos"/>
                <a:cs typeface="Aptos"/>
              </a:defRPr>
            </a:pPr>
            <a:r>
              <a:rPr sz="975" b="1">
                <a:solidFill>
                  <a:srgbClr val="D2644A"/>
                </a:solidFill>
                <a:latin typeface="Aptos"/>
                <a:ea typeface="Aptos"/>
                <a:cs typeface="Aptos"/>
              </a:rPr>
              <a:t>AFTER  /  PRESENCE</a:t>
            </a:r>
          </a:p>
        </p:txBody>
      </p:sp>
      <p:sp>
        <p:nvSpPr>
          <p:cNvPr id="8" name="">
            <a:extLst xmlns:a="http://schemas.openxmlformats.org/drawingml/2006/main">
              <a:ext uri="{FF2B5EF4-FFF2-40B4-BE49-F238E27FC236}">
                <a16:creationId xmlns:a16="http://schemas.microsoft.com/office/drawing/2014/main" id="{CBA3C6B7-9656-4FAC-8BEF-E8DA2181D595}"/>
              </a:ext>
            </a:extLst>
          </p:cNvPr>
          <p:cNvSpPr>
            <a:spLocks xmlns:a="http://schemas.openxmlformats.org/drawingml/2006/main" noGrp="1"/>
          </p:cNvSpPr>
          <p:nvPr/>
        </p:nvSpPr>
        <p:spPr>
          <a:xfrm xmlns:a="http://schemas.openxmlformats.org/drawingml/2006/main">
            <a:off x="781050" y="2066925"/>
            <a:ext cx="4810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1430">
            <a:solidFill>
              <a:srgbClr val="D6DDE3"/>
            </a:solidFill>
            <a:prstDash val="solid"/>
          </a:ln>
        </p:spPr>
      </p:sp>
      <p:sp>
        <p:nvSpPr>
          <p:cNvPr id="9" name="">
            <a:extLst xmlns:a="http://schemas.openxmlformats.org/drawingml/2006/main">
              <a:ext uri="{FF2B5EF4-FFF2-40B4-BE49-F238E27FC236}">
                <a16:creationId xmlns:a16="http://schemas.microsoft.com/office/drawing/2014/main" id="{FC4DF10D-7907-470D-B954-FCBB3F1E1DED}"/>
              </a:ext>
            </a:extLst>
          </p:cNvPr>
          <p:cNvSpPr>
            <a:spLocks xmlns:a="http://schemas.openxmlformats.org/drawingml/2006/main" noGrp="1"/>
          </p:cNvSpPr>
          <p:nvPr/>
        </p:nvSpPr>
        <p:spPr>
          <a:xfrm xmlns:a="http://schemas.openxmlformats.org/drawingml/2006/main">
            <a:off x="1047750" y="226695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607286"/>
                </a:solidFill>
                <a:latin typeface="Aptos"/>
                <a:ea typeface="Aptos"/>
                <a:cs typeface="Aptos"/>
              </a:defRPr>
            </a:defPPr>
          </a:lstStyle>
          <a:p xmlns:a="http://schemas.openxmlformats.org/drawingml/2006/main">
            <a:pPr algn="ctr">
              <a:buNone/>
              <a:defRPr sz="1275" b="1">
                <a:solidFill>
                  <a:srgbClr val="607286"/>
                </a:solidFill>
                <a:latin typeface="Aptos"/>
                <a:ea typeface="Aptos"/>
                <a:cs typeface="Aptos"/>
              </a:defRPr>
            </a:pPr>
            <a:r>
              <a:rPr sz="1275" b="1">
                <a:solidFill>
                  <a:srgbClr val="607286"/>
                </a:solidFill>
                <a:latin typeface="Aptos"/>
                <a:ea typeface="Aptos"/>
                <a:cs typeface="Aptos"/>
              </a:rPr>
              <a:t>Cycle block C</a:t>
            </a:r>
          </a:p>
        </p:txBody>
      </p:sp>
      <p:sp>
        <p:nvSpPr>
          <p:cNvPr id="10" name="">
            <a:extLst xmlns:a="http://schemas.openxmlformats.org/drawingml/2006/main">
              <a:ext uri="{FF2B5EF4-FFF2-40B4-BE49-F238E27FC236}">
                <a16:creationId xmlns:a16="http://schemas.microsoft.com/office/drawing/2014/main" id="{B28535E8-1F86-44D9-9D14-7D3EF1677797}"/>
              </a:ext>
            </a:extLst>
          </p:cNvPr>
          <p:cNvSpPr>
            <a:spLocks xmlns:a="http://schemas.openxmlformats.org/drawingml/2006/main" noGrp="1"/>
          </p:cNvSpPr>
          <p:nvPr/>
        </p:nvSpPr>
        <p:spPr>
          <a:xfrm xmlns:a="http://schemas.openxmlformats.org/drawingml/2006/main">
            <a:off x="1257300" y="2771775"/>
            <a:ext cx="590550" cy="438150"/>
          </a:xfrm>
          <a:prstGeom xmlns:a="http://schemas.openxmlformats.org/drawingml/2006/main" prst="rect">
            <a:avLst/>
          </a:prstGeom>
          <a:solidFill xmlns:a="http://schemas.openxmlformats.org/drawingml/2006/main">
            <a:srgbClr val="E9ED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76795AA-917D-4EA8-9D55-86B772545573}"/>
              </a:ext>
            </a:extLst>
          </p:cNvPr>
          <p:cNvSpPr>
            <a:spLocks xmlns:a="http://schemas.openxmlformats.org/drawingml/2006/main" noGrp="1"/>
          </p:cNvSpPr>
          <p:nvPr/>
        </p:nvSpPr>
        <p:spPr>
          <a:xfrm xmlns:a="http://schemas.openxmlformats.org/drawingml/2006/main">
            <a:off x="1257300" y="2800350"/>
            <a:ext cx="590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607286"/>
                </a:solidFill>
                <a:latin typeface="Aptos"/>
                <a:ea typeface="Aptos"/>
                <a:cs typeface="Aptos"/>
              </a:defRPr>
            </a:defPPr>
          </a:lstStyle>
          <a:p xmlns:a="http://schemas.openxmlformats.org/drawingml/2006/main">
            <a:pPr algn="ctr">
              <a:buNone/>
              <a:defRPr sz="1650" b="1">
                <a:solidFill>
                  <a:srgbClr val="607286"/>
                </a:solidFill>
                <a:latin typeface="Aptos"/>
                <a:ea typeface="Aptos"/>
                <a:cs typeface="Aptos"/>
              </a:defRPr>
            </a:pPr>
            <a:r>
              <a:rPr sz="1650" b="1">
                <a:solidFill>
                  <a:srgbClr val="607286"/>
                </a:solidFill>
                <a:latin typeface="Aptos"/>
                <a:ea typeface="Aptos"/>
                <a:cs typeface="Aptos"/>
              </a:rPr>
              <a:t>0</a:t>
            </a:r>
          </a:p>
        </p:txBody>
      </p:sp>
      <p:sp>
        <p:nvSpPr>
          <p:cNvPr id="12" name="">
            <a:extLst xmlns:a="http://schemas.openxmlformats.org/drawingml/2006/main">
              <a:ext uri="{FF2B5EF4-FFF2-40B4-BE49-F238E27FC236}">
                <a16:creationId xmlns:a16="http://schemas.microsoft.com/office/drawing/2014/main" id="{F5C1DCF7-6C4F-41D8-A0F7-24CFE6734D28}"/>
              </a:ext>
            </a:extLst>
          </p:cNvPr>
          <p:cNvSpPr>
            <a:spLocks xmlns:a="http://schemas.openxmlformats.org/drawingml/2006/main" noGrp="1"/>
          </p:cNvSpPr>
          <p:nvPr/>
        </p:nvSpPr>
        <p:spPr>
          <a:xfrm xmlns:a="http://schemas.openxmlformats.org/drawingml/2006/main">
            <a:off x="2057400" y="2771775"/>
            <a:ext cx="590550" cy="438150"/>
          </a:xfrm>
          <a:prstGeom xmlns:a="http://schemas.openxmlformats.org/drawingml/2006/main" prst="rect">
            <a:avLst/>
          </a:prstGeom>
          <a:solidFill xmlns:a="http://schemas.openxmlformats.org/drawingml/2006/main">
            <a:srgbClr val="D9EFE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5FE50BC-B3E3-43EC-910F-7FBFF44DE18F}"/>
              </a:ext>
            </a:extLst>
          </p:cNvPr>
          <p:cNvSpPr>
            <a:spLocks xmlns:a="http://schemas.openxmlformats.org/drawingml/2006/main" noGrp="1"/>
          </p:cNvSpPr>
          <p:nvPr/>
        </p:nvSpPr>
        <p:spPr>
          <a:xfrm xmlns:a="http://schemas.openxmlformats.org/drawingml/2006/main">
            <a:off x="2057400" y="2800350"/>
            <a:ext cx="590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007F78"/>
                </a:solidFill>
                <a:latin typeface="Aptos"/>
                <a:ea typeface="Aptos"/>
                <a:cs typeface="Aptos"/>
              </a:defRPr>
            </a:defPPr>
          </a:lstStyle>
          <a:p xmlns:a="http://schemas.openxmlformats.org/drawingml/2006/main">
            <a:pPr algn="ctr">
              <a:buNone/>
              <a:defRPr sz="1650" b="1">
                <a:solidFill>
                  <a:srgbClr val="007F78"/>
                </a:solidFill>
                <a:latin typeface="Aptos"/>
                <a:ea typeface="Aptos"/>
                <a:cs typeface="Aptos"/>
              </a:defRPr>
            </a:pPr>
            <a:r>
              <a:rPr sz="1650" b="1">
                <a:solidFill>
                  <a:srgbClr val="007F78"/>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6059BE5A-F67D-4475-9B26-D3C6860E42C6}"/>
              </a:ext>
            </a:extLst>
          </p:cNvPr>
          <p:cNvSpPr>
            <a:spLocks xmlns:a="http://schemas.openxmlformats.org/drawingml/2006/main" noGrp="1"/>
          </p:cNvSpPr>
          <p:nvPr/>
        </p:nvSpPr>
        <p:spPr>
          <a:xfrm xmlns:a="http://schemas.openxmlformats.org/drawingml/2006/main">
            <a:off x="2857500" y="2771775"/>
            <a:ext cx="590550" cy="438150"/>
          </a:xfrm>
          <a:prstGeom xmlns:a="http://schemas.openxmlformats.org/drawingml/2006/main" prst="rect">
            <a:avLst/>
          </a:prstGeom>
          <a:solidFill xmlns:a="http://schemas.openxmlformats.org/drawingml/2006/main">
            <a:srgbClr val="D9EFE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77731E4-609E-4382-8411-B3C5ED3424A6}"/>
              </a:ext>
            </a:extLst>
          </p:cNvPr>
          <p:cNvSpPr>
            <a:spLocks xmlns:a="http://schemas.openxmlformats.org/drawingml/2006/main" noGrp="1"/>
          </p:cNvSpPr>
          <p:nvPr/>
        </p:nvSpPr>
        <p:spPr>
          <a:xfrm xmlns:a="http://schemas.openxmlformats.org/drawingml/2006/main">
            <a:off x="2857500" y="2800350"/>
            <a:ext cx="590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007F78"/>
                </a:solidFill>
                <a:latin typeface="Aptos"/>
                <a:ea typeface="Aptos"/>
                <a:cs typeface="Aptos"/>
              </a:defRPr>
            </a:defPPr>
          </a:lstStyle>
          <a:p xmlns:a="http://schemas.openxmlformats.org/drawingml/2006/main">
            <a:pPr algn="ctr">
              <a:buNone/>
              <a:defRPr sz="1650" b="1">
                <a:solidFill>
                  <a:srgbClr val="007F78"/>
                </a:solidFill>
                <a:latin typeface="Aptos"/>
                <a:ea typeface="Aptos"/>
                <a:cs typeface="Aptos"/>
              </a:defRPr>
            </a:pPr>
            <a:r>
              <a:rPr sz="1650" b="1">
                <a:solidFill>
                  <a:srgbClr val="007F78"/>
                </a:solidFill>
                <a:latin typeface="Aptos"/>
                <a:ea typeface="Aptos"/>
                <a:cs typeface="Aptos"/>
              </a:rPr>
              <a:t>8</a:t>
            </a:r>
          </a:p>
        </p:txBody>
      </p:sp>
      <p:sp>
        <p:nvSpPr>
          <p:cNvPr id="16" name="">
            <a:extLst xmlns:a="http://schemas.openxmlformats.org/drawingml/2006/main">
              <a:ext uri="{FF2B5EF4-FFF2-40B4-BE49-F238E27FC236}">
                <a16:creationId xmlns:a16="http://schemas.microsoft.com/office/drawing/2014/main" id="{A8D51B81-5B8C-4552-BB65-52EAFBC44003}"/>
              </a:ext>
            </a:extLst>
          </p:cNvPr>
          <p:cNvSpPr>
            <a:spLocks xmlns:a="http://schemas.openxmlformats.org/drawingml/2006/main" noGrp="1"/>
          </p:cNvSpPr>
          <p:nvPr/>
        </p:nvSpPr>
        <p:spPr>
          <a:xfrm xmlns:a="http://schemas.openxmlformats.org/drawingml/2006/main">
            <a:off x="3657600" y="2771775"/>
            <a:ext cx="590550" cy="438150"/>
          </a:xfrm>
          <a:prstGeom xmlns:a="http://schemas.openxmlformats.org/drawingml/2006/main" prst="rect">
            <a:avLst/>
          </a:prstGeom>
          <a:solidFill xmlns:a="http://schemas.openxmlformats.org/drawingml/2006/main">
            <a:srgbClr val="E9ED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DBA74B6-A6D8-407D-80A7-8406B3FF1EE3}"/>
              </a:ext>
            </a:extLst>
          </p:cNvPr>
          <p:cNvSpPr>
            <a:spLocks xmlns:a="http://schemas.openxmlformats.org/drawingml/2006/main" noGrp="1"/>
          </p:cNvSpPr>
          <p:nvPr/>
        </p:nvSpPr>
        <p:spPr>
          <a:xfrm xmlns:a="http://schemas.openxmlformats.org/drawingml/2006/main">
            <a:off x="3657600" y="2800350"/>
            <a:ext cx="590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607286"/>
                </a:solidFill>
                <a:latin typeface="Aptos"/>
                <a:ea typeface="Aptos"/>
                <a:cs typeface="Aptos"/>
              </a:defRPr>
            </a:defPPr>
          </a:lstStyle>
          <a:p xmlns:a="http://schemas.openxmlformats.org/drawingml/2006/main">
            <a:pPr algn="ctr">
              <a:buNone/>
              <a:defRPr sz="1650" b="1">
                <a:solidFill>
                  <a:srgbClr val="607286"/>
                </a:solidFill>
                <a:latin typeface="Aptos"/>
                <a:ea typeface="Aptos"/>
                <a:cs typeface="Aptos"/>
              </a:defRPr>
            </a:pPr>
            <a:r>
              <a:rPr sz="1650" b="1">
                <a:solidFill>
                  <a:srgbClr val="607286"/>
                </a:solidFill>
                <a:latin typeface="Aptos"/>
                <a:ea typeface="Aptos"/>
                <a:cs typeface="Aptos"/>
              </a:rPr>
              <a:t>0</a:t>
            </a:r>
          </a:p>
        </p:txBody>
      </p:sp>
      <p:sp>
        <p:nvSpPr>
          <p:cNvPr id="18" name="">
            <a:extLst xmlns:a="http://schemas.openxmlformats.org/drawingml/2006/main">
              <a:ext uri="{FF2B5EF4-FFF2-40B4-BE49-F238E27FC236}">
                <a16:creationId xmlns:a16="http://schemas.microsoft.com/office/drawing/2014/main" id="{01D9A80F-545E-4084-AB4F-CBE365483EB2}"/>
              </a:ext>
            </a:extLst>
          </p:cNvPr>
          <p:cNvSpPr>
            <a:spLocks xmlns:a="http://schemas.openxmlformats.org/drawingml/2006/main" noGrp="1"/>
          </p:cNvSpPr>
          <p:nvPr/>
        </p:nvSpPr>
        <p:spPr>
          <a:xfrm xmlns:a="http://schemas.openxmlformats.org/drawingml/2006/main">
            <a:off x="4457700" y="2771775"/>
            <a:ext cx="590550" cy="438150"/>
          </a:xfrm>
          <a:prstGeom xmlns:a="http://schemas.openxmlformats.org/drawingml/2006/main" prst="rect">
            <a:avLst/>
          </a:prstGeom>
          <a:solidFill xmlns:a="http://schemas.openxmlformats.org/drawingml/2006/main">
            <a:srgbClr val="D9EFE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F57AE93-FD60-4B90-BDF1-BD9D2A4E7EEC}"/>
              </a:ext>
            </a:extLst>
          </p:cNvPr>
          <p:cNvSpPr>
            <a:spLocks xmlns:a="http://schemas.openxmlformats.org/drawingml/2006/main" noGrp="1"/>
          </p:cNvSpPr>
          <p:nvPr/>
        </p:nvSpPr>
        <p:spPr>
          <a:xfrm xmlns:a="http://schemas.openxmlformats.org/drawingml/2006/main">
            <a:off x="4457700" y="2800350"/>
            <a:ext cx="590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007F78"/>
                </a:solidFill>
                <a:latin typeface="Aptos"/>
                <a:ea typeface="Aptos"/>
                <a:cs typeface="Aptos"/>
              </a:defRPr>
            </a:defPPr>
          </a:lstStyle>
          <a:p xmlns:a="http://schemas.openxmlformats.org/drawingml/2006/main">
            <a:pPr algn="ctr">
              <a:buNone/>
              <a:defRPr sz="1650" b="1">
                <a:solidFill>
                  <a:srgbClr val="007F78"/>
                </a:solidFill>
                <a:latin typeface="Aptos"/>
                <a:ea typeface="Aptos"/>
                <a:cs typeface="Aptos"/>
              </a:defRPr>
            </a:pPr>
            <a:r>
              <a:rPr sz="1650" b="1">
                <a:solidFill>
                  <a:srgbClr val="007F78"/>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6FF9C049-375F-4E23-9AA4-0ACB093788D3}"/>
              </a:ext>
            </a:extLst>
          </p:cNvPr>
          <p:cNvSpPr>
            <a:spLocks xmlns:a="http://schemas.openxmlformats.org/drawingml/2006/main" noGrp="1"/>
          </p:cNvSpPr>
          <p:nvPr/>
        </p:nvSpPr>
        <p:spPr>
          <a:xfrm xmlns:a="http://schemas.openxmlformats.org/drawingml/2006/main">
            <a:off x="5734050" y="2767013"/>
            <a:ext cx="609600" cy="47625"/>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0AD9F7E-E1AE-4CA0-BE7F-0718D384DC3C}"/>
              </a:ext>
            </a:extLst>
          </p:cNvPr>
          <p:cNvSpPr>
            <a:spLocks xmlns:a="http://schemas.openxmlformats.org/drawingml/2006/main" noGrp="1"/>
          </p:cNvSpPr>
          <p:nvPr/>
        </p:nvSpPr>
        <p:spPr>
          <a:xfrm xmlns:a="http://schemas.openxmlformats.org/drawingml/2006/main" rot="5400000">
            <a:off x="6315075" y="2733675"/>
            <a:ext cx="114300" cy="114300"/>
          </a:xfrm>
          <a:prstGeom xmlns:a="http://schemas.openxmlformats.org/drawingml/2006/main" prst="triangle">
            <a:avLst/>
          </a:prstGeom>
          <a:solidFill xmlns:a="http://schemas.openxmlformats.org/drawingml/2006/main">
            <a:srgbClr val="D2644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9C82379-0CD8-474D-B0A8-58BF27839425}"/>
              </a:ext>
            </a:extLst>
          </p:cNvPr>
          <p:cNvSpPr>
            <a:spLocks xmlns:a="http://schemas.openxmlformats.org/drawingml/2006/main" noGrp="1"/>
          </p:cNvSpPr>
          <p:nvPr/>
        </p:nvSpPr>
        <p:spPr>
          <a:xfrm xmlns:a="http://schemas.openxmlformats.org/drawingml/2006/main">
            <a:off x="5591175" y="30861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D2644A"/>
                </a:solidFill>
                <a:latin typeface="Aptos"/>
                <a:ea typeface="Aptos"/>
                <a:cs typeface="Aptos"/>
              </a:defRPr>
            </a:defPPr>
          </a:lstStyle>
          <a:p xmlns:a="http://schemas.openxmlformats.org/drawingml/2006/main">
            <a:pPr algn="ctr">
              <a:buNone/>
              <a:defRPr sz="1125" b="1">
                <a:solidFill>
                  <a:srgbClr val="D2644A"/>
                </a:solidFill>
                <a:latin typeface="Aptos"/>
                <a:ea typeface="Aptos"/>
                <a:cs typeface="Aptos"/>
              </a:defRPr>
            </a:pPr>
            <a:r>
              <a:rPr sz="1125" b="1">
                <a:solidFill>
                  <a:srgbClr val="D2644A"/>
                </a:solidFill>
                <a:latin typeface="Aptos"/>
                <a:ea typeface="Aptos"/>
                <a:cs typeface="Aptos"/>
              </a:rPr>
              <a:t>B = 1[C≠0]</a:t>
            </a:r>
          </a:p>
        </p:txBody>
      </p:sp>
      <p:sp>
        <p:nvSpPr>
          <p:cNvPr id="23" name="">
            <a:extLst xmlns:a="http://schemas.openxmlformats.org/drawingml/2006/main">
              <a:ext uri="{FF2B5EF4-FFF2-40B4-BE49-F238E27FC236}">
                <a16:creationId xmlns:a16="http://schemas.microsoft.com/office/drawing/2014/main" id="{3C3C83F0-2445-4CF3-8A9C-463E985BAFEE}"/>
              </a:ext>
            </a:extLst>
          </p:cNvPr>
          <p:cNvSpPr>
            <a:spLocks xmlns:a="http://schemas.openxmlformats.org/drawingml/2006/main" noGrp="1"/>
          </p:cNvSpPr>
          <p:nvPr/>
        </p:nvSpPr>
        <p:spPr>
          <a:xfrm xmlns:a="http://schemas.openxmlformats.org/drawingml/2006/main">
            <a:off x="6734175" y="2066925"/>
            <a:ext cx="46672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1430">
            <a:solidFill>
              <a:srgbClr val="D6DDE3"/>
            </a:solidFill>
            <a:prstDash val="solid"/>
          </a:ln>
        </p:spPr>
      </p:sp>
      <p:sp>
        <p:nvSpPr>
          <p:cNvPr id="24" name="">
            <a:extLst xmlns:a="http://schemas.openxmlformats.org/drawingml/2006/main">
              <a:ext uri="{FF2B5EF4-FFF2-40B4-BE49-F238E27FC236}">
                <a16:creationId xmlns:a16="http://schemas.microsoft.com/office/drawing/2014/main" id="{F116ED48-3B5E-45DE-BF3B-4B80D73C984D}"/>
              </a:ext>
            </a:extLst>
          </p:cNvPr>
          <p:cNvSpPr>
            <a:spLocks xmlns:a="http://schemas.openxmlformats.org/drawingml/2006/main" noGrp="1"/>
          </p:cNvSpPr>
          <p:nvPr/>
        </p:nvSpPr>
        <p:spPr>
          <a:xfrm xmlns:a="http://schemas.openxmlformats.org/drawingml/2006/main">
            <a:off x="7000875" y="2266950"/>
            <a:ext cx="414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607286"/>
                </a:solidFill>
                <a:latin typeface="Aptos"/>
                <a:ea typeface="Aptos"/>
                <a:cs typeface="Aptos"/>
              </a:defRPr>
            </a:defPPr>
          </a:lstStyle>
          <a:p xmlns:a="http://schemas.openxmlformats.org/drawingml/2006/main">
            <a:pPr algn="ctr">
              <a:buNone/>
              <a:defRPr sz="1275" b="1">
                <a:solidFill>
                  <a:srgbClr val="607286"/>
                </a:solidFill>
                <a:latin typeface="Aptos"/>
                <a:ea typeface="Aptos"/>
                <a:cs typeface="Aptos"/>
              </a:defRPr>
            </a:pPr>
            <a:r>
              <a:rPr sz="1275" b="1">
                <a:solidFill>
                  <a:srgbClr val="607286"/>
                </a:solidFill>
                <a:latin typeface="Aptos"/>
                <a:ea typeface="Aptos"/>
                <a:cs typeface="Aptos"/>
              </a:rPr>
              <a:t>Binary cycle block B</a:t>
            </a:r>
          </a:p>
        </p:txBody>
      </p:sp>
      <p:sp>
        <p:nvSpPr>
          <p:cNvPr id="25" name="">
            <a:extLst xmlns:a="http://schemas.openxmlformats.org/drawingml/2006/main">
              <a:ext uri="{FF2B5EF4-FFF2-40B4-BE49-F238E27FC236}">
                <a16:creationId xmlns:a16="http://schemas.microsoft.com/office/drawing/2014/main" id="{BA0A7E60-D106-4BB1-A0CF-5CF1BB0F5585}"/>
              </a:ext>
            </a:extLst>
          </p:cNvPr>
          <p:cNvSpPr>
            <a:spLocks xmlns:a="http://schemas.openxmlformats.org/drawingml/2006/main" noGrp="1"/>
          </p:cNvSpPr>
          <p:nvPr/>
        </p:nvSpPr>
        <p:spPr>
          <a:xfrm xmlns:a="http://schemas.openxmlformats.org/drawingml/2006/main">
            <a:off x="7172325" y="2771775"/>
            <a:ext cx="590550" cy="438150"/>
          </a:xfrm>
          <a:prstGeom xmlns:a="http://schemas.openxmlformats.org/drawingml/2006/main" prst="rect">
            <a:avLst/>
          </a:prstGeom>
          <a:solidFill xmlns:a="http://schemas.openxmlformats.org/drawingml/2006/main">
            <a:srgbClr val="E9EDF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0E6EB21-D518-411E-9425-E9BCB0238913}"/>
              </a:ext>
            </a:extLst>
          </p:cNvPr>
          <p:cNvSpPr>
            <a:spLocks xmlns:a="http://schemas.openxmlformats.org/drawingml/2006/main" noGrp="1"/>
          </p:cNvSpPr>
          <p:nvPr/>
        </p:nvSpPr>
        <p:spPr>
          <a:xfrm xmlns:a="http://schemas.openxmlformats.org/drawingml/2006/main">
            <a:off x="7172325" y="2800350"/>
            <a:ext cx="590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607286"/>
                </a:solidFill>
                <a:latin typeface="Aptos"/>
                <a:ea typeface="Aptos"/>
                <a:cs typeface="Aptos"/>
              </a:defRPr>
            </a:defPPr>
          </a:lstStyle>
          <a:p xmlns:a="http://schemas.openxmlformats.org/drawingml/2006/main">
            <a:pPr algn="ctr">
              <a:buNone/>
              <a:defRPr sz="1650" b="1">
                <a:solidFill>
                  <a:srgbClr val="607286"/>
                </a:solidFill>
                <a:latin typeface="Aptos"/>
                <a:ea typeface="Aptos"/>
                <a:cs typeface="Aptos"/>
              </a:defRPr>
            </a:pPr>
            <a:r>
              <a:rPr sz="1650" b="1">
                <a:solidFill>
                  <a:srgbClr val="607286"/>
                </a:solidFill>
                <a:latin typeface="Aptos"/>
                <a:ea typeface="Aptos"/>
                <a:cs typeface="Aptos"/>
              </a:rPr>
              <a:t>0</a:t>
            </a:r>
          </a:p>
        </p:txBody>
      </p:sp>
      <p:sp>
        <p:nvSpPr>
          <p:cNvPr id="27" name="">
            <a:extLst xmlns:a="http://schemas.openxmlformats.org/drawingml/2006/main">
              <a:ext uri="{FF2B5EF4-FFF2-40B4-BE49-F238E27FC236}">
                <a16:creationId xmlns:a16="http://schemas.microsoft.com/office/drawing/2014/main" id="{7DF0A287-C5F3-452B-8E23-7D53F9E487F4}"/>
              </a:ext>
            </a:extLst>
          </p:cNvPr>
          <p:cNvSpPr>
            <a:spLocks xmlns:a="http://schemas.openxmlformats.org/drawingml/2006/main" noGrp="1"/>
          </p:cNvSpPr>
          <p:nvPr/>
        </p:nvSpPr>
        <p:spPr>
          <a:xfrm xmlns:a="http://schemas.openxmlformats.org/drawingml/2006/main">
            <a:off x="7972425" y="2771775"/>
            <a:ext cx="590550" cy="438150"/>
          </a:xfrm>
          <a:prstGeom xmlns:a="http://schemas.openxmlformats.org/drawingml/2006/main" prst="rect">
            <a:avLst/>
          </a:prstGeom>
          <a:solidFill xmlns:a="http://schemas.openxmlformats.org/drawingml/2006/main">
            <a:srgbClr val="F7E3D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38FD3E5-66CC-4022-9789-CFCAEB68CDB0}"/>
              </a:ext>
            </a:extLst>
          </p:cNvPr>
          <p:cNvSpPr>
            <a:spLocks xmlns:a="http://schemas.openxmlformats.org/drawingml/2006/main" noGrp="1"/>
          </p:cNvSpPr>
          <p:nvPr/>
        </p:nvSpPr>
        <p:spPr>
          <a:xfrm xmlns:a="http://schemas.openxmlformats.org/drawingml/2006/main">
            <a:off x="7972425" y="2800350"/>
            <a:ext cx="590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D2644A"/>
                </a:solidFill>
                <a:latin typeface="Aptos"/>
                <a:ea typeface="Aptos"/>
                <a:cs typeface="Aptos"/>
              </a:defRPr>
            </a:defPPr>
          </a:lstStyle>
          <a:p xmlns:a="http://schemas.openxmlformats.org/drawingml/2006/main">
            <a:pPr algn="ctr">
              <a:buNone/>
              <a:defRPr sz="1650" b="1">
                <a:solidFill>
                  <a:srgbClr val="D2644A"/>
                </a:solidFill>
                <a:latin typeface="Aptos"/>
                <a:ea typeface="Aptos"/>
                <a:cs typeface="Aptos"/>
              </a:defRPr>
            </a:pPr>
            <a:r>
              <a:rPr sz="1650" b="1">
                <a:solidFill>
                  <a:srgbClr val="D2644A"/>
                </a:solidFill>
                <a:latin typeface="Aptos"/>
                <a:ea typeface="Aptos"/>
                <a:cs typeface="Aptos"/>
              </a:rPr>
              <a:t>1</a:t>
            </a:r>
          </a:p>
        </p:txBody>
      </p:sp>
      <p:sp>
        <p:nvSpPr>
          <p:cNvPr id="29" name="">
            <a:extLst xmlns:a="http://schemas.openxmlformats.org/drawingml/2006/main">
              <a:ext uri="{FF2B5EF4-FFF2-40B4-BE49-F238E27FC236}">
                <a16:creationId xmlns:a16="http://schemas.microsoft.com/office/drawing/2014/main" id="{D7346771-9DA1-4196-8370-EE9E87DBB3A2}"/>
              </a:ext>
            </a:extLst>
          </p:cNvPr>
          <p:cNvSpPr>
            <a:spLocks xmlns:a="http://schemas.openxmlformats.org/drawingml/2006/main" noGrp="1"/>
          </p:cNvSpPr>
          <p:nvPr/>
        </p:nvSpPr>
        <p:spPr>
          <a:xfrm xmlns:a="http://schemas.openxmlformats.org/drawingml/2006/main">
            <a:off x="8772525" y="2771775"/>
            <a:ext cx="590550" cy="438150"/>
          </a:xfrm>
          <a:prstGeom xmlns:a="http://schemas.openxmlformats.org/drawingml/2006/main" prst="rect">
            <a:avLst/>
          </a:prstGeom>
          <a:solidFill xmlns:a="http://schemas.openxmlformats.org/drawingml/2006/main">
            <a:srgbClr val="F7E3D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7111104-1D5A-4C36-A7C3-F684642B5D2B}"/>
              </a:ext>
            </a:extLst>
          </p:cNvPr>
          <p:cNvSpPr>
            <a:spLocks xmlns:a="http://schemas.openxmlformats.org/drawingml/2006/main" noGrp="1"/>
          </p:cNvSpPr>
          <p:nvPr/>
        </p:nvSpPr>
        <p:spPr>
          <a:xfrm xmlns:a="http://schemas.openxmlformats.org/drawingml/2006/main">
            <a:off x="8772525" y="2800350"/>
            <a:ext cx="590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D2644A"/>
                </a:solidFill>
                <a:latin typeface="Aptos"/>
                <a:ea typeface="Aptos"/>
                <a:cs typeface="Aptos"/>
              </a:defRPr>
            </a:defPPr>
          </a:lstStyle>
          <a:p xmlns:a="http://schemas.openxmlformats.org/drawingml/2006/main">
            <a:pPr algn="ctr">
              <a:buNone/>
              <a:defRPr sz="1650" b="1">
                <a:solidFill>
                  <a:srgbClr val="D2644A"/>
                </a:solidFill>
                <a:latin typeface="Aptos"/>
                <a:ea typeface="Aptos"/>
                <a:cs typeface="Aptos"/>
              </a:defRPr>
            </a:pPr>
            <a:r>
              <a:rPr sz="1650" b="1">
                <a:solidFill>
                  <a:srgbClr val="D2644A"/>
                </a:solidFill>
                <a:latin typeface="Aptos"/>
                <a:ea typeface="Aptos"/>
                <a:cs typeface="Aptos"/>
              </a:rPr>
              <a:t>1</a:t>
            </a:r>
          </a:p>
        </p:txBody>
      </p:sp>
      <p:sp>
        <p:nvSpPr>
          <p:cNvPr id="31" name="">
            <a:extLst xmlns:a="http://schemas.openxmlformats.org/drawingml/2006/main">
              <a:ext uri="{FF2B5EF4-FFF2-40B4-BE49-F238E27FC236}">
                <a16:creationId xmlns:a16="http://schemas.microsoft.com/office/drawing/2014/main" id="{FD861460-B98E-4D46-A299-DD5590B9AA02}"/>
              </a:ext>
            </a:extLst>
          </p:cNvPr>
          <p:cNvSpPr>
            <a:spLocks xmlns:a="http://schemas.openxmlformats.org/drawingml/2006/main" noGrp="1"/>
          </p:cNvSpPr>
          <p:nvPr/>
        </p:nvSpPr>
        <p:spPr>
          <a:xfrm xmlns:a="http://schemas.openxmlformats.org/drawingml/2006/main">
            <a:off x="9572625" y="2771775"/>
            <a:ext cx="590550" cy="438150"/>
          </a:xfrm>
          <a:prstGeom xmlns:a="http://schemas.openxmlformats.org/drawingml/2006/main" prst="rect">
            <a:avLst/>
          </a:prstGeom>
          <a:solidFill xmlns:a="http://schemas.openxmlformats.org/drawingml/2006/main">
            <a:srgbClr val="E9EDF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7373366-5905-4365-BB3D-977BA5A1ECD9}"/>
              </a:ext>
            </a:extLst>
          </p:cNvPr>
          <p:cNvSpPr>
            <a:spLocks xmlns:a="http://schemas.openxmlformats.org/drawingml/2006/main" noGrp="1"/>
          </p:cNvSpPr>
          <p:nvPr/>
        </p:nvSpPr>
        <p:spPr>
          <a:xfrm xmlns:a="http://schemas.openxmlformats.org/drawingml/2006/main">
            <a:off x="9572625" y="2800350"/>
            <a:ext cx="590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607286"/>
                </a:solidFill>
                <a:latin typeface="Aptos"/>
                <a:ea typeface="Aptos"/>
                <a:cs typeface="Aptos"/>
              </a:defRPr>
            </a:defPPr>
          </a:lstStyle>
          <a:p xmlns:a="http://schemas.openxmlformats.org/drawingml/2006/main">
            <a:pPr algn="ctr">
              <a:buNone/>
              <a:defRPr sz="1650" b="1">
                <a:solidFill>
                  <a:srgbClr val="607286"/>
                </a:solidFill>
                <a:latin typeface="Aptos"/>
                <a:ea typeface="Aptos"/>
                <a:cs typeface="Aptos"/>
              </a:defRPr>
            </a:pPr>
            <a:r>
              <a:rPr sz="1650" b="1">
                <a:solidFill>
                  <a:srgbClr val="607286"/>
                </a:solidFill>
                <a:latin typeface="Aptos"/>
                <a:ea typeface="Aptos"/>
                <a:cs typeface="Aptos"/>
              </a:rPr>
              <a:t>0</a:t>
            </a:r>
          </a:p>
        </p:txBody>
      </p:sp>
      <p:sp>
        <p:nvSpPr>
          <p:cNvPr id="33" name="">
            <a:extLst xmlns:a="http://schemas.openxmlformats.org/drawingml/2006/main">
              <a:ext uri="{FF2B5EF4-FFF2-40B4-BE49-F238E27FC236}">
                <a16:creationId xmlns:a16="http://schemas.microsoft.com/office/drawing/2014/main" id="{A986E04F-9D16-4A38-8257-5B1DAEC337F4}"/>
              </a:ext>
            </a:extLst>
          </p:cNvPr>
          <p:cNvSpPr>
            <a:spLocks xmlns:a="http://schemas.openxmlformats.org/drawingml/2006/main" noGrp="1"/>
          </p:cNvSpPr>
          <p:nvPr/>
        </p:nvSpPr>
        <p:spPr>
          <a:xfrm xmlns:a="http://schemas.openxmlformats.org/drawingml/2006/main">
            <a:off x="10372725" y="2771775"/>
            <a:ext cx="590550" cy="438150"/>
          </a:xfrm>
          <a:prstGeom xmlns:a="http://schemas.openxmlformats.org/drawingml/2006/main" prst="rect">
            <a:avLst/>
          </a:prstGeom>
          <a:solidFill xmlns:a="http://schemas.openxmlformats.org/drawingml/2006/main">
            <a:srgbClr val="F7E3D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3A4F894-587F-4B5A-9AF0-01F14B9C1B2B}"/>
              </a:ext>
            </a:extLst>
          </p:cNvPr>
          <p:cNvSpPr>
            <a:spLocks xmlns:a="http://schemas.openxmlformats.org/drawingml/2006/main" noGrp="1"/>
          </p:cNvSpPr>
          <p:nvPr/>
        </p:nvSpPr>
        <p:spPr>
          <a:xfrm xmlns:a="http://schemas.openxmlformats.org/drawingml/2006/main">
            <a:off x="10372725" y="2800350"/>
            <a:ext cx="590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D2644A"/>
                </a:solidFill>
                <a:latin typeface="Aptos"/>
                <a:ea typeface="Aptos"/>
                <a:cs typeface="Aptos"/>
              </a:defRPr>
            </a:defPPr>
          </a:lstStyle>
          <a:p xmlns:a="http://schemas.openxmlformats.org/drawingml/2006/main">
            <a:pPr algn="ctr">
              <a:buNone/>
              <a:defRPr sz="1650" b="1">
                <a:solidFill>
                  <a:srgbClr val="D2644A"/>
                </a:solidFill>
                <a:latin typeface="Aptos"/>
                <a:ea typeface="Aptos"/>
                <a:cs typeface="Aptos"/>
              </a:defRPr>
            </a:pPr>
            <a:r>
              <a:rPr sz="1650" b="1">
                <a:solidFill>
                  <a:srgbClr val="D2644A"/>
                </a:solidFill>
                <a:latin typeface="Aptos"/>
                <a:ea typeface="Aptos"/>
                <a:cs typeface="Aptos"/>
              </a:rPr>
              <a:t>1</a:t>
            </a:r>
          </a:p>
        </p:txBody>
      </p:sp>
      <p:sp>
        <p:nvSpPr>
          <p:cNvPr id="35" name="">
            <a:extLst xmlns:a="http://schemas.openxmlformats.org/drawingml/2006/main">
              <a:ext uri="{FF2B5EF4-FFF2-40B4-BE49-F238E27FC236}">
                <a16:creationId xmlns:a16="http://schemas.microsoft.com/office/drawing/2014/main" id="{B64F68F7-E194-4998-9843-0A4E581F6F5B}"/>
              </a:ext>
            </a:extLst>
          </p:cNvPr>
          <p:cNvSpPr>
            <a:spLocks xmlns:a="http://schemas.openxmlformats.org/drawingml/2006/main" noGrp="1"/>
          </p:cNvSpPr>
          <p:nvPr/>
        </p:nvSpPr>
        <p:spPr>
          <a:xfrm xmlns:a="http://schemas.openxmlformats.org/drawingml/2006/main">
            <a:off x="800100" y="3971925"/>
            <a:ext cx="10610850" cy="19050"/>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A842137B-3203-4268-834D-EA9E8AF5DC2C}"/>
              </a:ext>
            </a:extLst>
          </p:cNvPr>
          <p:cNvSpPr>
            <a:spLocks xmlns:a="http://schemas.openxmlformats.org/drawingml/2006/main" noGrp="1"/>
          </p:cNvSpPr>
          <p:nvPr/>
        </p:nvSpPr>
        <p:spPr>
          <a:xfrm xmlns:a="http://schemas.openxmlformats.org/drawingml/2006/main">
            <a:off x="904875" y="4219575"/>
            <a:ext cx="1038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22238"/>
                </a:solidFill>
                <a:latin typeface="Aptos"/>
                <a:ea typeface="Aptos"/>
                <a:cs typeface="Aptos"/>
              </a:defRPr>
            </a:defPPr>
          </a:lstStyle>
          <a:p xmlns:a="http://schemas.openxmlformats.org/drawingml/2006/main">
            <a:pPr algn="ctr">
              <a:buNone/>
              <a:defRPr sz="1650" b="1">
                <a:solidFill>
                  <a:srgbClr val="122238"/>
                </a:solidFill>
                <a:latin typeface="Aptos"/>
                <a:ea typeface="Aptos"/>
                <a:cs typeface="Aptos"/>
              </a:defRPr>
            </a:pPr>
            <a:r>
              <a:rPr sz="1650" b="1">
                <a:solidFill>
                  <a:srgbClr val="122238"/>
                </a:solidFill>
                <a:latin typeface="Aptos"/>
                <a:ea typeface="Aptos"/>
                <a:cs typeface="Aptos"/>
              </a:rPr>
              <a:t>The persistence block V stays unchanged; only the completed cycle coordinates are binarized.</a:t>
            </a:r>
          </a:p>
        </p:txBody>
      </p:sp>
      <p:sp>
        <p:nvSpPr>
          <p:cNvPr id="37" name="">
            <a:extLst xmlns:a="http://schemas.openxmlformats.org/drawingml/2006/main">
              <a:ext uri="{FF2B5EF4-FFF2-40B4-BE49-F238E27FC236}">
                <a16:creationId xmlns:a16="http://schemas.microsoft.com/office/drawing/2014/main" id="{E9997C15-A5BD-4201-954F-6FD5C7A5C6A3}"/>
              </a:ext>
            </a:extLst>
          </p:cNvPr>
          <p:cNvSpPr>
            <a:spLocks xmlns:a="http://schemas.openxmlformats.org/drawingml/2006/main" noGrp="1"/>
          </p:cNvSpPr>
          <p:nvPr/>
        </p:nvSpPr>
        <p:spPr>
          <a:xfrm xmlns:a="http://schemas.openxmlformats.org/drawingml/2006/main">
            <a:off x="1419225" y="5000625"/>
            <a:ext cx="4143375" cy="666750"/>
          </a:xfrm>
          <a:prstGeom xmlns:a="http://schemas.openxmlformats.org/drawingml/2006/main" prst="roundRect">
            <a:avLst>
              <a:gd name="adj" fmla="val 11429"/>
            </a:avLst>
          </a:prstGeom>
          <a:solidFill xmlns:a="http://schemas.openxmlformats.org/drawingml/2006/main">
            <a:srgbClr val="D9EFE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65BFC0F-B0BD-41A2-947E-C7FB6C3D9F51}"/>
              </a:ext>
            </a:extLst>
          </p:cNvPr>
          <p:cNvSpPr>
            <a:spLocks xmlns:a="http://schemas.openxmlformats.org/drawingml/2006/main" noGrp="1"/>
          </p:cNvSpPr>
          <p:nvPr/>
        </p:nvSpPr>
        <p:spPr>
          <a:xfrm xmlns:a="http://schemas.openxmlformats.org/drawingml/2006/main">
            <a:off x="1619250" y="5143500"/>
            <a:ext cx="3743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007F78"/>
                </a:solidFill>
                <a:latin typeface="Aptos"/>
                <a:ea typeface="Aptos"/>
                <a:cs typeface="Aptos"/>
              </a:defRPr>
            </a:defPPr>
          </a:lstStyle>
          <a:p xmlns:a="http://schemas.openxmlformats.org/drawingml/2006/main">
            <a:pPr algn="ctr">
              <a:buNone/>
              <a:defRPr sz="1575" b="1">
                <a:solidFill>
                  <a:srgbClr val="007F78"/>
                </a:solidFill>
                <a:latin typeface="Aptos"/>
                <a:ea typeface="Aptos"/>
                <a:cs typeface="Aptos"/>
              </a:defRPr>
            </a:pPr>
            <a:r>
              <a:rPr sz="1575" b="1">
                <a:solidFill>
                  <a:srgbClr val="007F78"/>
                </a:solidFill>
                <a:latin typeface="Aptos"/>
                <a:ea typeface="Aptos"/>
                <a:cs typeface="Aptos"/>
              </a:rPr>
              <a:t>Magnitude → presence</a:t>
            </a:r>
          </a:p>
        </p:txBody>
      </p:sp>
      <p:sp>
        <p:nvSpPr>
          <p:cNvPr id="39" name="">
            <a:extLst xmlns:a="http://schemas.openxmlformats.org/drawingml/2006/main">
              <a:ext uri="{FF2B5EF4-FFF2-40B4-BE49-F238E27FC236}">
                <a16:creationId xmlns:a16="http://schemas.microsoft.com/office/drawing/2014/main" id="{691CF69A-F5AB-4335-BAD2-6BF9C89FE9D3}"/>
              </a:ext>
            </a:extLst>
          </p:cNvPr>
          <p:cNvSpPr>
            <a:spLocks xmlns:a="http://schemas.openxmlformats.org/drawingml/2006/main" noGrp="1"/>
          </p:cNvSpPr>
          <p:nvPr/>
        </p:nvSpPr>
        <p:spPr>
          <a:xfrm xmlns:a="http://schemas.openxmlformats.org/drawingml/2006/main">
            <a:off x="6648450" y="5000625"/>
            <a:ext cx="4143375" cy="666750"/>
          </a:xfrm>
          <a:prstGeom xmlns:a="http://schemas.openxmlformats.org/drawingml/2006/main" prst="roundRect">
            <a:avLst>
              <a:gd name="adj" fmla="val 11429"/>
            </a:avLst>
          </a:prstGeom>
          <a:solidFill xmlns:a="http://schemas.openxmlformats.org/drawingml/2006/main">
            <a:srgbClr val="F7E3DD"/>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3A5524F-BE7C-4C98-A595-6CA289CF704F}"/>
              </a:ext>
            </a:extLst>
          </p:cNvPr>
          <p:cNvSpPr>
            <a:spLocks xmlns:a="http://schemas.openxmlformats.org/drawingml/2006/main" noGrp="1"/>
          </p:cNvSpPr>
          <p:nvPr/>
        </p:nvSpPr>
        <p:spPr>
          <a:xfrm xmlns:a="http://schemas.openxmlformats.org/drawingml/2006/main">
            <a:off x="6848475" y="5143500"/>
            <a:ext cx="3743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D2644A"/>
                </a:solidFill>
                <a:latin typeface="Aptos"/>
                <a:ea typeface="Aptos"/>
                <a:cs typeface="Aptos"/>
              </a:defRPr>
            </a:defPPr>
          </a:lstStyle>
          <a:p xmlns:a="http://schemas.openxmlformats.org/drawingml/2006/main">
            <a:pPr algn="ctr">
              <a:buNone/>
              <a:defRPr sz="1575" b="1">
                <a:solidFill>
                  <a:srgbClr val="D2644A"/>
                </a:solidFill>
                <a:latin typeface="Aptos"/>
                <a:ea typeface="Aptos"/>
                <a:cs typeface="Aptos"/>
              </a:defRPr>
            </a:pPr>
            <a:r>
              <a:rPr sz="1575" b="1">
                <a:solidFill>
                  <a:srgbClr val="D2644A"/>
                </a:solidFill>
                <a:latin typeface="Aptos"/>
                <a:ea typeface="Aptos"/>
                <a:cs typeface="Aptos"/>
              </a:rPr>
              <a:t>MUTAG accuracy: −1.72 pp</a:t>
            </a:r>
          </a:p>
        </p:txBody>
      </p:sp>
    </p:spTree>
    <p:extLst>
      <p:ext uri="{BB962C8B-B14F-4D97-AF65-F5344CB8AC3E}">
        <p14:creationId xmlns:p14="http://schemas.microsoft.com/office/powerpoint/2010/main" val="1903827989"/>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EA3F702C-9F21-4998-9C88-ACC32145C172}"/>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One cached feature pipeline supports all variants</a:t>
            </a:r>
          </a:p>
        </p:txBody>
      </p:sp>
      <p:sp>
        <p:nvSpPr>
          <p:cNvPr id="2" name="">
            <a:extLst xmlns:a="http://schemas.openxmlformats.org/drawingml/2006/main">
              <a:ext uri="{FF2B5EF4-FFF2-40B4-BE49-F238E27FC236}">
                <a16:creationId xmlns:a16="http://schemas.microsoft.com/office/drawing/2014/main" id="{DA22866E-5321-415D-B60A-CA67AF044F3A}"/>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Feature vocabulary is learned inside each training split</a:t>
            </a:r>
          </a:p>
        </p:txBody>
      </p:sp>
      <p:sp>
        <p:nvSpPr>
          <p:cNvPr id="3" name="">
            <a:extLst xmlns:a="http://schemas.openxmlformats.org/drawingml/2006/main">
              <a:ext uri="{FF2B5EF4-FFF2-40B4-BE49-F238E27FC236}">
                <a16:creationId xmlns:a16="http://schemas.microsoft.com/office/drawing/2014/main" id="{3E962C0F-F586-4C87-AAE0-8C377B19739E}"/>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2706DC-23A3-4DE2-89D7-F87DBCD8CDD6}"/>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IMPLEMENTATION</a:t>
            </a:r>
          </a:p>
        </p:txBody>
      </p:sp>
      <p:sp>
        <p:nvSpPr>
          <p:cNvPr id="5" name="">
            <a:extLst xmlns:a="http://schemas.openxmlformats.org/drawingml/2006/main">
              <a:ext uri="{FF2B5EF4-FFF2-40B4-BE49-F238E27FC236}">
                <a16:creationId xmlns:a16="http://schemas.microsoft.com/office/drawing/2014/main" id="{EBDF98F9-B3B2-482A-8C13-99F93B827028}"/>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17D5ACAE-0C87-44A9-996E-0353BFBCC695}"/>
              </a:ext>
            </a:extLst>
          </p:cNvPr>
          <p:cNvSpPr>
            <a:spLocks xmlns:a="http://schemas.openxmlformats.org/drawingml/2006/main" noGrp="1"/>
          </p:cNvSpPr>
          <p:nvPr/>
        </p:nvSpPr>
        <p:spPr>
          <a:xfrm xmlns:a="http://schemas.openxmlformats.org/drawingml/2006/main">
            <a:off x="552450" y="1962150"/>
            <a:ext cx="1438275"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1430">
            <a:solidFill>
              <a:srgbClr val="D6DDE3"/>
            </a:solidFill>
            <a:prstDash val="solid"/>
          </a:ln>
        </p:spPr>
      </p:sp>
      <p:sp>
        <p:nvSpPr>
          <p:cNvPr id="7" name="">
            <a:extLst xmlns:a="http://schemas.openxmlformats.org/drawingml/2006/main">
              <a:ext uri="{FF2B5EF4-FFF2-40B4-BE49-F238E27FC236}">
                <a16:creationId xmlns:a16="http://schemas.microsoft.com/office/drawing/2014/main" id="{5D7ED44B-52CD-4381-9E8D-E30EAEF6D8D6}"/>
              </a:ext>
            </a:extLst>
          </p:cNvPr>
          <p:cNvSpPr>
            <a:spLocks xmlns:a="http://schemas.openxmlformats.org/drawingml/2006/main" noGrp="1"/>
          </p:cNvSpPr>
          <p:nvPr/>
        </p:nvSpPr>
        <p:spPr>
          <a:xfrm xmlns:a="http://schemas.openxmlformats.org/drawingml/2006/main">
            <a:off x="552450" y="1962150"/>
            <a:ext cx="1438275" cy="76200"/>
          </a:xfrm>
          <a:prstGeom xmlns:a="http://schemas.openxmlformats.org/drawingml/2006/main" prst="rect">
            <a:avLst/>
          </a:prstGeom>
          <a:solidFill xmlns:a="http://schemas.openxmlformats.org/drawingml/2006/main">
            <a:srgbClr val="18365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8A45BC8-CE73-431A-9FE1-F400902412FB}"/>
              </a:ext>
            </a:extLst>
          </p:cNvPr>
          <p:cNvSpPr>
            <a:spLocks xmlns:a="http://schemas.openxmlformats.org/drawingml/2006/main" noGrp="1"/>
          </p:cNvSpPr>
          <p:nvPr/>
        </p:nvSpPr>
        <p:spPr>
          <a:xfrm xmlns:a="http://schemas.openxmlformats.org/drawingml/2006/main">
            <a:off x="647700" y="2124075"/>
            <a:ext cx="1247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183652"/>
                </a:solidFill>
                <a:latin typeface="Aptos"/>
                <a:ea typeface="Aptos"/>
                <a:cs typeface="Aptos"/>
              </a:defRPr>
            </a:defPPr>
          </a:lstStyle>
          <a:p xmlns:a="http://schemas.openxmlformats.org/drawingml/2006/main">
            <a:pPr algn="ctr">
              <a:buNone/>
              <a:defRPr sz="900" b="1">
                <a:solidFill>
                  <a:srgbClr val="183652"/>
                </a:solidFill>
                <a:latin typeface="Aptos"/>
                <a:ea typeface="Aptos"/>
                <a:cs typeface="Aptos"/>
              </a:defRPr>
            </a:pPr>
            <a:r>
              <a:rPr sz="900" b="1">
                <a:solidFill>
                  <a:srgbClr val="183652"/>
                </a:solidFill>
                <a:latin typeface="Aptos"/>
                <a:ea typeface="Aptos"/>
                <a:cs typeface="Aptos"/>
              </a:rPr>
              <a:t>DATA</a:t>
            </a:r>
          </a:p>
        </p:txBody>
      </p:sp>
      <p:sp>
        <p:nvSpPr>
          <p:cNvPr id="9" name="">
            <a:extLst xmlns:a="http://schemas.openxmlformats.org/drawingml/2006/main">
              <a:ext uri="{FF2B5EF4-FFF2-40B4-BE49-F238E27FC236}">
                <a16:creationId xmlns:a16="http://schemas.microsoft.com/office/drawing/2014/main" id="{AD4E024B-3668-4906-AAF1-47061DBD1B3F}"/>
              </a:ext>
            </a:extLst>
          </p:cNvPr>
          <p:cNvSpPr>
            <a:spLocks xmlns:a="http://schemas.openxmlformats.org/drawingml/2006/main" noGrp="1"/>
          </p:cNvSpPr>
          <p:nvPr/>
        </p:nvSpPr>
        <p:spPr>
          <a:xfrm xmlns:a="http://schemas.openxmlformats.org/drawingml/2006/main">
            <a:off x="666750" y="2390775"/>
            <a:ext cx="1209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Original TU</a:t>
            </a:r>
          </a:p>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graphs</a:t>
            </a:r>
          </a:p>
        </p:txBody>
      </p:sp>
      <p:sp>
        <p:nvSpPr>
          <p:cNvPr id="10" name="">
            <a:extLst xmlns:a="http://schemas.openxmlformats.org/drawingml/2006/main">
              <a:ext uri="{FF2B5EF4-FFF2-40B4-BE49-F238E27FC236}">
                <a16:creationId xmlns:a16="http://schemas.microsoft.com/office/drawing/2014/main" id="{1E60F1F3-F98A-48B7-A7F4-E27486D831E8}"/>
              </a:ext>
            </a:extLst>
          </p:cNvPr>
          <p:cNvSpPr>
            <a:spLocks xmlns:a="http://schemas.openxmlformats.org/drawingml/2006/main" noGrp="1"/>
          </p:cNvSpPr>
          <p:nvPr/>
        </p:nvSpPr>
        <p:spPr>
          <a:xfrm xmlns:a="http://schemas.openxmlformats.org/drawingml/2006/main">
            <a:off x="2009775" y="2433638"/>
            <a:ext cx="76200" cy="28575"/>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3966F9D-EB2B-420B-8FE5-91449CF3DFEF}"/>
              </a:ext>
            </a:extLst>
          </p:cNvPr>
          <p:cNvSpPr>
            <a:spLocks xmlns:a="http://schemas.openxmlformats.org/drawingml/2006/main" noGrp="1"/>
          </p:cNvSpPr>
          <p:nvPr/>
        </p:nvSpPr>
        <p:spPr>
          <a:xfrm xmlns:a="http://schemas.openxmlformats.org/drawingml/2006/main" rot="5400000">
            <a:off x="2057400" y="2390775"/>
            <a:ext cx="114300" cy="114300"/>
          </a:xfrm>
          <a:prstGeom xmlns:a="http://schemas.openxmlformats.org/drawingml/2006/main" prst="triangle">
            <a:avLst/>
          </a:prstGeom>
          <a:solidFill xmlns:a="http://schemas.openxmlformats.org/drawingml/2006/main">
            <a:srgbClr val="B8C3C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C4C9DF4-84AF-49CB-9AEF-57F35577344A}"/>
              </a:ext>
            </a:extLst>
          </p:cNvPr>
          <p:cNvSpPr>
            <a:spLocks xmlns:a="http://schemas.openxmlformats.org/drawingml/2006/main" noGrp="1"/>
          </p:cNvSpPr>
          <p:nvPr/>
        </p:nvSpPr>
        <p:spPr>
          <a:xfrm xmlns:a="http://schemas.openxmlformats.org/drawingml/2006/main">
            <a:off x="2190750" y="1962150"/>
            <a:ext cx="1438275"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1430">
            <a:solidFill>
              <a:srgbClr val="D6DDE3"/>
            </a:solidFill>
            <a:prstDash val="solid"/>
          </a:ln>
        </p:spPr>
      </p:sp>
      <p:sp>
        <p:nvSpPr>
          <p:cNvPr id="13" name="">
            <a:extLst xmlns:a="http://schemas.openxmlformats.org/drawingml/2006/main">
              <a:ext uri="{FF2B5EF4-FFF2-40B4-BE49-F238E27FC236}">
                <a16:creationId xmlns:a16="http://schemas.microsoft.com/office/drawing/2014/main" id="{ADCCC9C0-7472-4168-905C-AAB68EAD1CFF}"/>
              </a:ext>
            </a:extLst>
          </p:cNvPr>
          <p:cNvSpPr>
            <a:spLocks xmlns:a="http://schemas.openxmlformats.org/drawingml/2006/main" noGrp="1"/>
          </p:cNvSpPr>
          <p:nvPr/>
        </p:nvSpPr>
        <p:spPr>
          <a:xfrm xmlns:a="http://schemas.openxmlformats.org/drawingml/2006/main">
            <a:off x="2190750" y="1962150"/>
            <a:ext cx="1438275" cy="76200"/>
          </a:xfrm>
          <a:prstGeom xmlns:a="http://schemas.openxmlformats.org/drawingml/2006/main" prst="rect">
            <a:avLst/>
          </a:prstGeom>
          <a:solidFill xmlns:a="http://schemas.openxmlformats.org/drawingml/2006/main">
            <a:srgbClr val="4478A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4EE583-6C92-4C55-B407-E5DD6C636378}"/>
              </a:ext>
            </a:extLst>
          </p:cNvPr>
          <p:cNvSpPr>
            <a:spLocks xmlns:a="http://schemas.openxmlformats.org/drawingml/2006/main" noGrp="1"/>
          </p:cNvSpPr>
          <p:nvPr/>
        </p:nvSpPr>
        <p:spPr>
          <a:xfrm xmlns:a="http://schemas.openxmlformats.org/drawingml/2006/main">
            <a:off x="2286000" y="2124075"/>
            <a:ext cx="1247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4478A5"/>
                </a:solidFill>
                <a:latin typeface="Aptos"/>
                <a:ea typeface="Aptos"/>
                <a:cs typeface="Aptos"/>
              </a:defRPr>
            </a:defPPr>
          </a:lstStyle>
          <a:p xmlns:a="http://schemas.openxmlformats.org/drawingml/2006/main">
            <a:pPr algn="ctr">
              <a:buNone/>
              <a:defRPr sz="900" b="1">
                <a:solidFill>
                  <a:srgbClr val="4478A5"/>
                </a:solidFill>
                <a:latin typeface="Aptos"/>
                <a:ea typeface="Aptos"/>
                <a:cs typeface="Aptos"/>
              </a:defRPr>
            </a:pPr>
            <a:r>
              <a:rPr sz="900" b="1">
                <a:solidFill>
                  <a:srgbClr val="4478A5"/>
                </a:solidFill>
                <a:latin typeface="Aptos"/>
                <a:ea typeface="Aptos"/>
                <a:cs typeface="Aptos"/>
              </a:rPr>
              <a:t>WL</a:t>
            </a:r>
          </a:p>
        </p:txBody>
      </p:sp>
      <p:sp>
        <p:nvSpPr>
          <p:cNvPr id="15" name="">
            <a:extLst xmlns:a="http://schemas.openxmlformats.org/drawingml/2006/main">
              <a:ext uri="{FF2B5EF4-FFF2-40B4-BE49-F238E27FC236}">
                <a16:creationId xmlns:a16="http://schemas.microsoft.com/office/drawing/2014/main" id="{590134D1-1CEE-4852-B701-F3F4CE0C060A}"/>
              </a:ext>
            </a:extLst>
          </p:cNvPr>
          <p:cNvSpPr>
            <a:spLocks xmlns:a="http://schemas.openxmlformats.org/drawingml/2006/main" noGrp="1"/>
          </p:cNvSpPr>
          <p:nvPr/>
        </p:nvSpPr>
        <p:spPr>
          <a:xfrm xmlns:a="http://schemas.openxmlformats.org/drawingml/2006/main">
            <a:off x="2305050" y="2390775"/>
            <a:ext cx="1209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Label</a:t>
            </a:r>
          </a:p>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refinement</a:t>
            </a:r>
          </a:p>
        </p:txBody>
      </p:sp>
      <p:sp>
        <p:nvSpPr>
          <p:cNvPr id="16" name="">
            <a:extLst xmlns:a="http://schemas.openxmlformats.org/drawingml/2006/main">
              <a:ext uri="{FF2B5EF4-FFF2-40B4-BE49-F238E27FC236}">
                <a16:creationId xmlns:a16="http://schemas.microsoft.com/office/drawing/2014/main" id="{3A997B26-87BA-4EA3-837D-F5E23EAF4062}"/>
              </a:ext>
            </a:extLst>
          </p:cNvPr>
          <p:cNvSpPr>
            <a:spLocks xmlns:a="http://schemas.openxmlformats.org/drawingml/2006/main" noGrp="1"/>
          </p:cNvSpPr>
          <p:nvPr/>
        </p:nvSpPr>
        <p:spPr>
          <a:xfrm xmlns:a="http://schemas.openxmlformats.org/drawingml/2006/main">
            <a:off x="3648075" y="2433638"/>
            <a:ext cx="76200" cy="28575"/>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F9CE5CE-DD81-42F0-AFC6-8813CFAEE2AF}"/>
              </a:ext>
            </a:extLst>
          </p:cNvPr>
          <p:cNvSpPr>
            <a:spLocks xmlns:a="http://schemas.openxmlformats.org/drawingml/2006/main" noGrp="1"/>
          </p:cNvSpPr>
          <p:nvPr/>
        </p:nvSpPr>
        <p:spPr>
          <a:xfrm xmlns:a="http://schemas.openxmlformats.org/drawingml/2006/main" rot="5400000">
            <a:off x="3695700" y="2390775"/>
            <a:ext cx="114300" cy="114300"/>
          </a:xfrm>
          <a:prstGeom xmlns:a="http://schemas.openxmlformats.org/drawingml/2006/main" prst="triangle">
            <a:avLst/>
          </a:prstGeom>
          <a:solidFill xmlns:a="http://schemas.openxmlformats.org/drawingml/2006/main">
            <a:srgbClr val="B8C3C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2A5A5C7-29B7-492E-A475-CDCD9E0B03BA}"/>
              </a:ext>
            </a:extLst>
          </p:cNvPr>
          <p:cNvSpPr>
            <a:spLocks xmlns:a="http://schemas.openxmlformats.org/drawingml/2006/main" noGrp="1"/>
          </p:cNvSpPr>
          <p:nvPr/>
        </p:nvSpPr>
        <p:spPr>
          <a:xfrm xmlns:a="http://schemas.openxmlformats.org/drawingml/2006/main">
            <a:off x="3829050" y="1962150"/>
            <a:ext cx="1438275"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1430">
            <a:solidFill>
              <a:srgbClr val="D6DDE3"/>
            </a:solidFill>
            <a:prstDash val="solid"/>
          </a:ln>
        </p:spPr>
      </p:sp>
      <p:sp>
        <p:nvSpPr>
          <p:cNvPr id="19" name="">
            <a:extLst xmlns:a="http://schemas.openxmlformats.org/drawingml/2006/main">
              <a:ext uri="{FF2B5EF4-FFF2-40B4-BE49-F238E27FC236}">
                <a16:creationId xmlns:a16="http://schemas.microsoft.com/office/drawing/2014/main" id="{BBF4CB49-2729-48FC-8BE8-B059E9067AE3}"/>
              </a:ext>
            </a:extLst>
          </p:cNvPr>
          <p:cNvSpPr>
            <a:spLocks xmlns:a="http://schemas.openxmlformats.org/drawingml/2006/main" noGrp="1"/>
          </p:cNvSpPr>
          <p:nvPr/>
        </p:nvSpPr>
        <p:spPr>
          <a:xfrm xmlns:a="http://schemas.openxmlformats.org/drawingml/2006/main">
            <a:off x="3829050" y="1962150"/>
            <a:ext cx="1438275" cy="762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7EB9D60-ABBB-4FB9-9841-837248D74E66}"/>
              </a:ext>
            </a:extLst>
          </p:cNvPr>
          <p:cNvSpPr>
            <a:spLocks xmlns:a="http://schemas.openxmlformats.org/drawingml/2006/main" noGrp="1"/>
          </p:cNvSpPr>
          <p:nvPr/>
        </p:nvSpPr>
        <p:spPr>
          <a:xfrm xmlns:a="http://schemas.openxmlformats.org/drawingml/2006/main">
            <a:off x="3924300" y="2124075"/>
            <a:ext cx="1247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007F78"/>
                </a:solidFill>
                <a:latin typeface="Aptos"/>
                <a:ea typeface="Aptos"/>
                <a:cs typeface="Aptos"/>
              </a:defRPr>
            </a:defPPr>
          </a:lstStyle>
          <a:p xmlns:a="http://schemas.openxmlformats.org/drawingml/2006/main">
            <a:pPr algn="ctr">
              <a:buNone/>
              <a:defRPr sz="900" b="1">
                <a:solidFill>
                  <a:srgbClr val="007F78"/>
                </a:solidFill>
                <a:latin typeface="Aptos"/>
                <a:ea typeface="Aptos"/>
                <a:cs typeface="Aptos"/>
              </a:defRPr>
            </a:pPr>
            <a:r>
              <a:rPr sz="900" b="1">
                <a:solidFill>
                  <a:srgbClr val="007F78"/>
                </a:solidFill>
                <a:latin typeface="Aptos"/>
                <a:ea typeface="Aptos"/>
                <a:cs typeface="Aptos"/>
              </a:rPr>
              <a:t>PERSISTENCE</a:t>
            </a:r>
          </a:p>
        </p:txBody>
      </p:sp>
      <p:sp>
        <p:nvSpPr>
          <p:cNvPr id="21" name="">
            <a:extLst xmlns:a="http://schemas.openxmlformats.org/drawingml/2006/main">
              <a:ext uri="{FF2B5EF4-FFF2-40B4-BE49-F238E27FC236}">
                <a16:creationId xmlns:a16="http://schemas.microsoft.com/office/drawing/2014/main" id="{65418874-F0B5-4271-8563-AD3EB63132DB}"/>
              </a:ext>
            </a:extLst>
          </p:cNvPr>
          <p:cNvSpPr>
            <a:spLocks xmlns:a="http://schemas.openxmlformats.org/drawingml/2006/main" noGrp="1"/>
          </p:cNvSpPr>
          <p:nvPr/>
        </p:nvSpPr>
        <p:spPr>
          <a:xfrm xmlns:a="http://schemas.openxmlformats.org/drawingml/2006/main">
            <a:off x="3943350" y="2390775"/>
            <a:ext cx="1209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V and C</a:t>
            </a:r>
          </a:p>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features</a:t>
            </a:r>
          </a:p>
        </p:txBody>
      </p:sp>
      <p:sp>
        <p:nvSpPr>
          <p:cNvPr id="22" name="">
            <a:extLst xmlns:a="http://schemas.openxmlformats.org/drawingml/2006/main">
              <a:ext uri="{FF2B5EF4-FFF2-40B4-BE49-F238E27FC236}">
                <a16:creationId xmlns:a16="http://schemas.microsoft.com/office/drawing/2014/main" id="{76C7A1FC-9CD9-4BF8-ACD6-CFFFB76E5207}"/>
              </a:ext>
            </a:extLst>
          </p:cNvPr>
          <p:cNvSpPr>
            <a:spLocks xmlns:a="http://schemas.openxmlformats.org/drawingml/2006/main" noGrp="1"/>
          </p:cNvSpPr>
          <p:nvPr/>
        </p:nvSpPr>
        <p:spPr>
          <a:xfrm xmlns:a="http://schemas.openxmlformats.org/drawingml/2006/main">
            <a:off x="5286375" y="2433638"/>
            <a:ext cx="76200" cy="28575"/>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7B49405-129A-45C0-8DC9-A103B586B1E6}"/>
              </a:ext>
            </a:extLst>
          </p:cNvPr>
          <p:cNvSpPr>
            <a:spLocks xmlns:a="http://schemas.openxmlformats.org/drawingml/2006/main" noGrp="1"/>
          </p:cNvSpPr>
          <p:nvPr/>
        </p:nvSpPr>
        <p:spPr>
          <a:xfrm xmlns:a="http://schemas.openxmlformats.org/drawingml/2006/main" rot="5400000">
            <a:off x="5334000" y="2390775"/>
            <a:ext cx="114300" cy="114300"/>
          </a:xfrm>
          <a:prstGeom xmlns:a="http://schemas.openxmlformats.org/drawingml/2006/main" prst="triangle">
            <a:avLst/>
          </a:prstGeom>
          <a:solidFill xmlns:a="http://schemas.openxmlformats.org/drawingml/2006/main">
            <a:srgbClr val="B8C3C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F8F45BC-604B-44F5-9768-9CF8CDBB39E5}"/>
              </a:ext>
            </a:extLst>
          </p:cNvPr>
          <p:cNvSpPr>
            <a:spLocks xmlns:a="http://schemas.openxmlformats.org/drawingml/2006/main" noGrp="1"/>
          </p:cNvSpPr>
          <p:nvPr/>
        </p:nvSpPr>
        <p:spPr>
          <a:xfrm xmlns:a="http://schemas.openxmlformats.org/drawingml/2006/main">
            <a:off x="5467350" y="1962150"/>
            <a:ext cx="1438275"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1430">
            <a:solidFill>
              <a:srgbClr val="D6DDE3"/>
            </a:solidFill>
            <a:prstDash val="solid"/>
          </a:ln>
        </p:spPr>
      </p:sp>
      <p:sp>
        <p:nvSpPr>
          <p:cNvPr id="25" name="">
            <a:extLst xmlns:a="http://schemas.openxmlformats.org/drawingml/2006/main">
              <a:ext uri="{FF2B5EF4-FFF2-40B4-BE49-F238E27FC236}">
                <a16:creationId xmlns:a16="http://schemas.microsoft.com/office/drawing/2014/main" id="{20BF3C13-62A8-4FF6-A2BA-1F21CDFA876A}"/>
              </a:ext>
            </a:extLst>
          </p:cNvPr>
          <p:cNvSpPr>
            <a:spLocks xmlns:a="http://schemas.openxmlformats.org/drawingml/2006/main" noGrp="1"/>
          </p:cNvSpPr>
          <p:nvPr/>
        </p:nvSpPr>
        <p:spPr>
          <a:xfrm xmlns:a="http://schemas.openxmlformats.org/drawingml/2006/main">
            <a:off x="5467350" y="1962150"/>
            <a:ext cx="1438275" cy="76200"/>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E5B2605-8DAE-4F5E-86C4-59F78E78987D}"/>
              </a:ext>
            </a:extLst>
          </p:cNvPr>
          <p:cNvSpPr>
            <a:spLocks xmlns:a="http://schemas.openxmlformats.org/drawingml/2006/main" noGrp="1"/>
          </p:cNvSpPr>
          <p:nvPr/>
        </p:nvSpPr>
        <p:spPr>
          <a:xfrm xmlns:a="http://schemas.openxmlformats.org/drawingml/2006/main">
            <a:off x="5562600" y="2124075"/>
            <a:ext cx="1247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D2644A"/>
                </a:solidFill>
                <a:latin typeface="Aptos"/>
                <a:ea typeface="Aptos"/>
                <a:cs typeface="Aptos"/>
              </a:defRPr>
            </a:defPPr>
          </a:lstStyle>
          <a:p xmlns:a="http://schemas.openxmlformats.org/drawingml/2006/main">
            <a:pPr algn="ctr">
              <a:buNone/>
              <a:defRPr sz="900" b="1">
                <a:solidFill>
                  <a:srgbClr val="D2644A"/>
                </a:solidFill>
                <a:latin typeface="Aptos"/>
                <a:ea typeface="Aptos"/>
                <a:cs typeface="Aptos"/>
              </a:defRPr>
            </a:pPr>
            <a:r>
              <a:rPr sz="900" b="1">
                <a:solidFill>
                  <a:srgbClr val="D2644A"/>
                </a:solidFill>
                <a:latin typeface="Aptos"/>
                <a:ea typeface="Aptos"/>
                <a:cs typeface="Aptos"/>
              </a:rPr>
              <a:t>VARIANTS</a:t>
            </a:r>
          </a:p>
        </p:txBody>
      </p:sp>
      <p:sp>
        <p:nvSpPr>
          <p:cNvPr id="27" name="">
            <a:extLst xmlns:a="http://schemas.openxmlformats.org/drawingml/2006/main">
              <a:ext uri="{FF2B5EF4-FFF2-40B4-BE49-F238E27FC236}">
                <a16:creationId xmlns:a16="http://schemas.microsoft.com/office/drawing/2014/main" id="{540A730B-C593-4851-BDC2-B4EB70F40162}"/>
              </a:ext>
            </a:extLst>
          </p:cNvPr>
          <p:cNvSpPr>
            <a:spLocks xmlns:a="http://schemas.openxmlformats.org/drawingml/2006/main" noGrp="1"/>
          </p:cNvSpPr>
          <p:nvPr/>
        </p:nvSpPr>
        <p:spPr>
          <a:xfrm xmlns:a="http://schemas.openxmlformats.org/drawingml/2006/main">
            <a:off x="5581650" y="2390775"/>
            <a:ext cx="1209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25"/>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Magnitude / λ /</a:t>
            </a:r>
          </a:p>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binary</a:t>
            </a:r>
          </a:p>
        </p:txBody>
      </p:sp>
      <p:sp>
        <p:nvSpPr>
          <p:cNvPr id="28" name="">
            <a:extLst xmlns:a="http://schemas.openxmlformats.org/drawingml/2006/main">
              <a:ext uri="{FF2B5EF4-FFF2-40B4-BE49-F238E27FC236}">
                <a16:creationId xmlns:a16="http://schemas.microsoft.com/office/drawing/2014/main" id="{0442CADB-54F2-41DD-BFF7-667E980399B1}"/>
              </a:ext>
            </a:extLst>
          </p:cNvPr>
          <p:cNvSpPr>
            <a:spLocks xmlns:a="http://schemas.openxmlformats.org/drawingml/2006/main" noGrp="1"/>
          </p:cNvSpPr>
          <p:nvPr/>
        </p:nvSpPr>
        <p:spPr>
          <a:xfrm xmlns:a="http://schemas.openxmlformats.org/drawingml/2006/main">
            <a:off x="6924675" y="2433638"/>
            <a:ext cx="76200" cy="28575"/>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20F576E-133B-437B-AA7C-2BFD2A4C7DB3}"/>
              </a:ext>
            </a:extLst>
          </p:cNvPr>
          <p:cNvSpPr>
            <a:spLocks xmlns:a="http://schemas.openxmlformats.org/drawingml/2006/main" noGrp="1"/>
          </p:cNvSpPr>
          <p:nvPr/>
        </p:nvSpPr>
        <p:spPr>
          <a:xfrm xmlns:a="http://schemas.openxmlformats.org/drawingml/2006/main" rot="5400000">
            <a:off x="6972300" y="2390775"/>
            <a:ext cx="114300" cy="114300"/>
          </a:xfrm>
          <a:prstGeom xmlns:a="http://schemas.openxmlformats.org/drawingml/2006/main" prst="triangle">
            <a:avLst/>
          </a:prstGeom>
          <a:solidFill xmlns:a="http://schemas.openxmlformats.org/drawingml/2006/main">
            <a:srgbClr val="B8C3C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2036055-55CD-4A52-8D76-02A32615F517}"/>
              </a:ext>
            </a:extLst>
          </p:cNvPr>
          <p:cNvSpPr>
            <a:spLocks xmlns:a="http://schemas.openxmlformats.org/drawingml/2006/main" noGrp="1"/>
          </p:cNvSpPr>
          <p:nvPr/>
        </p:nvSpPr>
        <p:spPr>
          <a:xfrm xmlns:a="http://schemas.openxmlformats.org/drawingml/2006/main">
            <a:off x="7105650" y="1962150"/>
            <a:ext cx="1438275"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1430">
            <a:solidFill>
              <a:srgbClr val="D6DDE3"/>
            </a:solidFill>
            <a:prstDash val="solid"/>
          </a:ln>
        </p:spPr>
      </p:sp>
      <p:sp>
        <p:nvSpPr>
          <p:cNvPr id="31" name="">
            <a:extLst xmlns:a="http://schemas.openxmlformats.org/drawingml/2006/main">
              <a:ext uri="{FF2B5EF4-FFF2-40B4-BE49-F238E27FC236}">
                <a16:creationId xmlns:a16="http://schemas.microsoft.com/office/drawing/2014/main" id="{6D0D8293-0A2C-4059-A9B1-6E08D6160C96}"/>
              </a:ext>
            </a:extLst>
          </p:cNvPr>
          <p:cNvSpPr>
            <a:spLocks xmlns:a="http://schemas.openxmlformats.org/drawingml/2006/main" noGrp="1"/>
          </p:cNvSpPr>
          <p:nvPr/>
        </p:nvSpPr>
        <p:spPr>
          <a:xfrm xmlns:a="http://schemas.openxmlformats.org/drawingml/2006/main">
            <a:off x="7105650" y="1962150"/>
            <a:ext cx="1438275" cy="76200"/>
          </a:xfrm>
          <a:prstGeom xmlns:a="http://schemas.openxmlformats.org/drawingml/2006/main" prst="rect">
            <a:avLst/>
          </a:prstGeom>
          <a:solidFill xmlns:a="http://schemas.openxmlformats.org/drawingml/2006/main">
            <a:srgbClr val="B7832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2F6B5C4-4A54-4C1A-822A-474F3EC2862E}"/>
              </a:ext>
            </a:extLst>
          </p:cNvPr>
          <p:cNvSpPr>
            <a:spLocks xmlns:a="http://schemas.openxmlformats.org/drawingml/2006/main" noGrp="1"/>
          </p:cNvSpPr>
          <p:nvPr/>
        </p:nvSpPr>
        <p:spPr>
          <a:xfrm xmlns:a="http://schemas.openxmlformats.org/drawingml/2006/main">
            <a:off x="7200900" y="2124075"/>
            <a:ext cx="1247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B78324"/>
                </a:solidFill>
                <a:latin typeface="Aptos"/>
                <a:ea typeface="Aptos"/>
                <a:cs typeface="Aptos"/>
              </a:defRPr>
            </a:defPPr>
          </a:lstStyle>
          <a:p xmlns:a="http://schemas.openxmlformats.org/drawingml/2006/main">
            <a:pPr algn="ctr">
              <a:buNone/>
              <a:defRPr sz="900" b="1">
                <a:solidFill>
                  <a:srgbClr val="B78324"/>
                </a:solidFill>
                <a:latin typeface="Aptos"/>
                <a:ea typeface="Aptos"/>
                <a:cs typeface="Aptos"/>
              </a:defRPr>
            </a:pPr>
            <a:r>
              <a:rPr sz="900" b="1">
                <a:solidFill>
                  <a:srgbClr val="B78324"/>
                </a:solidFill>
                <a:latin typeface="Aptos"/>
                <a:ea typeface="Aptos"/>
                <a:cs typeface="Aptos"/>
              </a:rPr>
              <a:t>VOCABULARY</a:t>
            </a:r>
          </a:p>
        </p:txBody>
      </p:sp>
      <p:sp>
        <p:nvSpPr>
          <p:cNvPr id="33" name="">
            <a:extLst xmlns:a="http://schemas.openxmlformats.org/drawingml/2006/main">
              <a:ext uri="{FF2B5EF4-FFF2-40B4-BE49-F238E27FC236}">
                <a16:creationId xmlns:a16="http://schemas.microsoft.com/office/drawing/2014/main" id="{FCA0B095-8579-4723-849D-936A6EA50AB4}"/>
              </a:ext>
            </a:extLst>
          </p:cNvPr>
          <p:cNvSpPr>
            <a:spLocks xmlns:a="http://schemas.openxmlformats.org/drawingml/2006/main" noGrp="1"/>
          </p:cNvSpPr>
          <p:nvPr/>
        </p:nvSpPr>
        <p:spPr>
          <a:xfrm xmlns:a="http://schemas.openxmlformats.org/drawingml/2006/main">
            <a:off x="7219950" y="2390775"/>
            <a:ext cx="1209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Train-only</a:t>
            </a:r>
          </a:p>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vectorizer</a:t>
            </a:r>
          </a:p>
        </p:txBody>
      </p:sp>
      <p:sp>
        <p:nvSpPr>
          <p:cNvPr id="34" name="">
            <a:extLst xmlns:a="http://schemas.openxmlformats.org/drawingml/2006/main">
              <a:ext uri="{FF2B5EF4-FFF2-40B4-BE49-F238E27FC236}">
                <a16:creationId xmlns:a16="http://schemas.microsoft.com/office/drawing/2014/main" id="{E407E209-E2A1-4157-BD0E-F8A14105EE34}"/>
              </a:ext>
            </a:extLst>
          </p:cNvPr>
          <p:cNvSpPr>
            <a:spLocks xmlns:a="http://schemas.openxmlformats.org/drawingml/2006/main" noGrp="1"/>
          </p:cNvSpPr>
          <p:nvPr/>
        </p:nvSpPr>
        <p:spPr>
          <a:xfrm xmlns:a="http://schemas.openxmlformats.org/drawingml/2006/main">
            <a:off x="8562975" y="2433638"/>
            <a:ext cx="76200" cy="28575"/>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79D1472-2C07-472C-8628-D140A350052D}"/>
              </a:ext>
            </a:extLst>
          </p:cNvPr>
          <p:cNvSpPr>
            <a:spLocks xmlns:a="http://schemas.openxmlformats.org/drawingml/2006/main" noGrp="1"/>
          </p:cNvSpPr>
          <p:nvPr/>
        </p:nvSpPr>
        <p:spPr>
          <a:xfrm xmlns:a="http://schemas.openxmlformats.org/drawingml/2006/main" rot="5400000">
            <a:off x="8610600" y="2390775"/>
            <a:ext cx="114300" cy="114300"/>
          </a:xfrm>
          <a:prstGeom xmlns:a="http://schemas.openxmlformats.org/drawingml/2006/main" prst="triangle">
            <a:avLst/>
          </a:prstGeom>
          <a:solidFill xmlns:a="http://schemas.openxmlformats.org/drawingml/2006/main">
            <a:srgbClr val="B8C3C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202719F-0E15-4B60-BA42-293270F72451}"/>
              </a:ext>
            </a:extLst>
          </p:cNvPr>
          <p:cNvSpPr>
            <a:spLocks xmlns:a="http://schemas.openxmlformats.org/drawingml/2006/main" noGrp="1"/>
          </p:cNvSpPr>
          <p:nvPr/>
        </p:nvSpPr>
        <p:spPr>
          <a:xfrm xmlns:a="http://schemas.openxmlformats.org/drawingml/2006/main">
            <a:off x="8743950" y="1962150"/>
            <a:ext cx="1438275"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1430">
            <a:solidFill>
              <a:srgbClr val="D6DDE3"/>
            </a:solidFill>
            <a:prstDash val="solid"/>
          </a:ln>
        </p:spPr>
      </p:sp>
      <p:sp>
        <p:nvSpPr>
          <p:cNvPr id="37" name="">
            <a:extLst xmlns:a="http://schemas.openxmlformats.org/drawingml/2006/main">
              <a:ext uri="{FF2B5EF4-FFF2-40B4-BE49-F238E27FC236}">
                <a16:creationId xmlns:a16="http://schemas.microsoft.com/office/drawing/2014/main" id="{367E0E52-99E6-4986-937C-A60668ACC3DB}"/>
              </a:ext>
            </a:extLst>
          </p:cNvPr>
          <p:cNvSpPr>
            <a:spLocks xmlns:a="http://schemas.openxmlformats.org/drawingml/2006/main" noGrp="1"/>
          </p:cNvSpPr>
          <p:nvPr/>
        </p:nvSpPr>
        <p:spPr>
          <a:xfrm xmlns:a="http://schemas.openxmlformats.org/drawingml/2006/main">
            <a:off x="8743950" y="1962150"/>
            <a:ext cx="1438275" cy="76200"/>
          </a:xfrm>
          <a:prstGeom xmlns:a="http://schemas.openxmlformats.org/drawingml/2006/main" prst="rect">
            <a:avLst/>
          </a:prstGeom>
          <a:solidFill xmlns:a="http://schemas.openxmlformats.org/drawingml/2006/main">
            <a:srgbClr val="3D826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80CE518-2719-4636-BB0D-95F8AF22477D}"/>
              </a:ext>
            </a:extLst>
          </p:cNvPr>
          <p:cNvSpPr>
            <a:spLocks xmlns:a="http://schemas.openxmlformats.org/drawingml/2006/main" noGrp="1"/>
          </p:cNvSpPr>
          <p:nvPr/>
        </p:nvSpPr>
        <p:spPr>
          <a:xfrm xmlns:a="http://schemas.openxmlformats.org/drawingml/2006/main">
            <a:off x="8839200" y="2124075"/>
            <a:ext cx="1247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3D8264"/>
                </a:solidFill>
                <a:latin typeface="Aptos"/>
                <a:ea typeface="Aptos"/>
                <a:cs typeface="Aptos"/>
              </a:defRPr>
            </a:defPPr>
          </a:lstStyle>
          <a:p xmlns:a="http://schemas.openxmlformats.org/drawingml/2006/main">
            <a:pPr algn="ctr">
              <a:buNone/>
              <a:defRPr sz="900" b="1">
                <a:solidFill>
                  <a:srgbClr val="3D8264"/>
                </a:solidFill>
                <a:latin typeface="Aptos"/>
                <a:ea typeface="Aptos"/>
                <a:cs typeface="Aptos"/>
              </a:defRPr>
            </a:pPr>
            <a:r>
              <a:rPr sz="900" b="1">
                <a:solidFill>
                  <a:srgbClr val="3D8264"/>
                </a:solidFill>
                <a:latin typeface="Aptos"/>
                <a:ea typeface="Aptos"/>
                <a:cs typeface="Aptos"/>
              </a:rPr>
              <a:t>MODEL</a:t>
            </a:r>
          </a:p>
        </p:txBody>
      </p:sp>
      <p:sp>
        <p:nvSpPr>
          <p:cNvPr id="39" name="">
            <a:extLst xmlns:a="http://schemas.openxmlformats.org/drawingml/2006/main">
              <a:ext uri="{FF2B5EF4-FFF2-40B4-BE49-F238E27FC236}">
                <a16:creationId xmlns:a16="http://schemas.microsoft.com/office/drawing/2014/main" id="{4153ACB0-A1E4-4783-8DA5-7A7301F0BC0E}"/>
              </a:ext>
            </a:extLst>
          </p:cNvPr>
          <p:cNvSpPr>
            <a:spLocks xmlns:a="http://schemas.openxmlformats.org/drawingml/2006/main" noGrp="1"/>
          </p:cNvSpPr>
          <p:nvPr/>
        </p:nvSpPr>
        <p:spPr>
          <a:xfrm xmlns:a="http://schemas.openxmlformats.org/drawingml/2006/main">
            <a:off x="8858250" y="2390775"/>
            <a:ext cx="1209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Random</a:t>
            </a:r>
          </a:p>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Forest</a:t>
            </a:r>
          </a:p>
        </p:txBody>
      </p:sp>
      <p:sp>
        <p:nvSpPr>
          <p:cNvPr id="40" name="">
            <a:extLst xmlns:a="http://schemas.openxmlformats.org/drawingml/2006/main">
              <a:ext uri="{FF2B5EF4-FFF2-40B4-BE49-F238E27FC236}">
                <a16:creationId xmlns:a16="http://schemas.microsoft.com/office/drawing/2014/main" id="{C71B4EFF-0F63-4908-9554-30E48F8988F1}"/>
              </a:ext>
            </a:extLst>
          </p:cNvPr>
          <p:cNvSpPr>
            <a:spLocks xmlns:a="http://schemas.openxmlformats.org/drawingml/2006/main" noGrp="1"/>
          </p:cNvSpPr>
          <p:nvPr/>
        </p:nvSpPr>
        <p:spPr>
          <a:xfrm xmlns:a="http://schemas.openxmlformats.org/drawingml/2006/main">
            <a:off x="10201275" y="2433638"/>
            <a:ext cx="76200" cy="28575"/>
          </a:xfrm>
          <a:prstGeom xmlns:a="http://schemas.openxmlformats.org/drawingml/2006/main" prst="rect">
            <a:avLst/>
          </a:prstGeom>
          <a:solidFill xmlns:a="http://schemas.openxmlformats.org/drawingml/2006/main">
            <a:srgbClr val="B8C3C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D3B7C79-5D45-4249-B9F1-EF28172D015A}"/>
              </a:ext>
            </a:extLst>
          </p:cNvPr>
          <p:cNvSpPr>
            <a:spLocks xmlns:a="http://schemas.openxmlformats.org/drawingml/2006/main" noGrp="1"/>
          </p:cNvSpPr>
          <p:nvPr/>
        </p:nvSpPr>
        <p:spPr>
          <a:xfrm xmlns:a="http://schemas.openxmlformats.org/drawingml/2006/main" rot="5400000">
            <a:off x="10248900" y="2390775"/>
            <a:ext cx="114300" cy="114300"/>
          </a:xfrm>
          <a:prstGeom xmlns:a="http://schemas.openxmlformats.org/drawingml/2006/main" prst="triangle">
            <a:avLst/>
          </a:prstGeom>
          <a:solidFill xmlns:a="http://schemas.openxmlformats.org/drawingml/2006/main">
            <a:srgbClr val="B8C3C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8F62046-A4F1-411B-B73C-F48956C03E19}"/>
              </a:ext>
            </a:extLst>
          </p:cNvPr>
          <p:cNvSpPr>
            <a:spLocks xmlns:a="http://schemas.openxmlformats.org/drawingml/2006/main" noGrp="1"/>
          </p:cNvSpPr>
          <p:nvPr/>
        </p:nvSpPr>
        <p:spPr>
          <a:xfrm xmlns:a="http://schemas.openxmlformats.org/drawingml/2006/main">
            <a:off x="10382250" y="1962150"/>
            <a:ext cx="1438275"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1430">
            <a:solidFill>
              <a:srgbClr val="D6DDE3"/>
            </a:solidFill>
            <a:prstDash val="solid"/>
          </a:ln>
        </p:spPr>
      </p:sp>
      <p:sp>
        <p:nvSpPr>
          <p:cNvPr id="43" name="">
            <a:extLst xmlns:a="http://schemas.openxmlformats.org/drawingml/2006/main">
              <a:ext uri="{FF2B5EF4-FFF2-40B4-BE49-F238E27FC236}">
                <a16:creationId xmlns:a16="http://schemas.microsoft.com/office/drawing/2014/main" id="{7BA6BE16-3B68-4E87-AABC-2B9106A36838}"/>
              </a:ext>
            </a:extLst>
          </p:cNvPr>
          <p:cNvSpPr>
            <a:spLocks xmlns:a="http://schemas.openxmlformats.org/drawingml/2006/main" noGrp="1"/>
          </p:cNvSpPr>
          <p:nvPr/>
        </p:nvSpPr>
        <p:spPr>
          <a:xfrm xmlns:a="http://schemas.openxmlformats.org/drawingml/2006/main">
            <a:off x="10382250" y="1962150"/>
            <a:ext cx="1438275" cy="76200"/>
          </a:xfrm>
          <a:prstGeom xmlns:a="http://schemas.openxmlformats.org/drawingml/2006/main" prst="rect">
            <a:avLst/>
          </a:prstGeom>
          <a:solidFill xmlns:a="http://schemas.openxmlformats.org/drawingml/2006/main">
            <a:srgbClr val="18365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561745B-4817-4900-8095-28495F8F5BBC}"/>
              </a:ext>
            </a:extLst>
          </p:cNvPr>
          <p:cNvSpPr>
            <a:spLocks xmlns:a="http://schemas.openxmlformats.org/drawingml/2006/main" noGrp="1"/>
          </p:cNvSpPr>
          <p:nvPr/>
        </p:nvSpPr>
        <p:spPr>
          <a:xfrm xmlns:a="http://schemas.openxmlformats.org/drawingml/2006/main">
            <a:off x="10477500" y="2124075"/>
            <a:ext cx="1247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183652"/>
                </a:solidFill>
                <a:latin typeface="Aptos"/>
                <a:ea typeface="Aptos"/>
                <a:cs typeface="Aptos"/>
              </a:defRPr>
            </a:defPPr>
          </a:lstStyle>
          <a:p xmlns:a="http://schemas.openxmlformats.org/drawingml/2006/main">
            <a:pPr algn="ctr">
              <a:buNone/>
              <a:defRPr sz="900" b="1">
                <a:solidFill>
                  <a:srgbClr val="183652"/>
                </a:solidFill>
                <a:latin typeface="Aptos"/>
                <a:ea typeface="Aptos"/>
                <a:cs typeface="Aptos"/>
              </a:defRPr>
            </a:pPr>
            <a:r>
              <a:rPr sz="900" b="1">
                <a:solidFill>
                  <a:srgbClr val="183652"/>
                </a:solidFill>
                <a:latin typeface="Aptos"/>
                <a:ea typeface="Aptos"/>
                <a:cs typeface="Aptos"/>
              </a:rPr>
              <a:t>EVALUATION</a:t>
            </a:r>
          </a:p>
        </p:txBody>
      </p:sp>
      <p:sp>
        <p:nvSpPr>
          <p:cNvPr id="45" name="">
            <a:extLst xmlns:a="http://schemas.openxmlformats.org/drawingml/2006/main">
              <a:ext uri="{FF2B5EF4-FFF2-40B4-BE49-F238E27FC236}">
                <a16:creationId xmlns:a16="http://schemas.microsoft.com/office/drawing/2014/main" id="{689F220A-E9B5-4522-9D50-2A5EF4A91D8F}"/>
              </a:ext>
            </a:extLst>
          </p:cNvPr>
          <p:cNvSpPr>
            <a:spLocks xmlns:a="http://schemas.openxmlformats.org/drawingml/2006/main" noGrp="1"/>
          </p:cNvSpPr>
          <p:nvPr/>
        </p:nvSpPr>
        <p:spPr>
          <a:xfrm xmlns:a="http://schemas.openxmlformats.org/drawingml/2006/main">
            <a:off x="10496550" y="2390775"/>
            <a:ext cx="1209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Saved nested</a:t>
            </a:r>
          </a:p>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fold estimates</a:t>
            </a:r>
          </a:p>
        </p:txBody>
      </p:sp>
      <p:sp>
        <p:nvSpPr>
          <p:cNvPr id="46" name="">
            <a:extLst xmlns:a="http://schemas.openxmlformats.org/drawingml/2006/main">
              <a:ext uri="{FF2B5EF4-FFF2-40B4-BE49-F238E27FC236}">
                <a16:creationId xmlns:a16="http://schemas.microsoft.com/office/drawing/2014/main" id="{97E8CF65-1D86-4D94-94AA-B3A23DB71578}"/>
              </a:ext>
            </a:extLst>
          </p:cNvPr>
          <p:cNvSpPr>
            <a:spLocks xmlns:a="http://schemas.openxmlformats.org/drawingml/2006/main" noGrp="1"/>
          </p:cNvSpPr>
          <p:nvPr/>
        </p:nvSpPr>
        <p:spPr>
          <a:xfrm xmlns:a="http://schemas.openxmlformats.org/drawingml/2006/main">
            <a:off x="742950" y="36766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DATA.PY</a:t>
            </a:r>
          </a:p>
        </p:txBody>
      </p:sp>
      <p:sp>
        <p:nvSpPr>
          <p:cNvPr id="47" name="">
            <a:extLst xmlns:a="http://schemas.openxmlformats.org/drawingml/2006/main">
              <a:ext uri="{FF2B5EF4-FFF2-40B4-BE49-F238E27FC236}">
                <a16:creationId xmlns:a16="http://schemas.microsoft.com/office/drawing/2014/main" id="{3B6EFCF9-E62B-4182-9144-4EBA8DAAE522}"/>
              </a:ext>
            </a:extLst>
          </p:cNvPr>
          <p:cNvSpPr>
            <a:spLocks xmlns:a="http://schemas.openxmlformats.org/drawingml/2006/main" noGrp="1"/>
          </p:cNvSpPr>
          <p:nvPr/>
        </p:nvSpPr>
        <p:spPr>
          <a:xfrm xmlns:a="http://schemas.openxmlformats.org/drawingml/2006/main">
            <a:off x="742950" y="38957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TU archive loading</a:t>
            </a:r>
          </a:p>
        </p:txBody>
      </p:sp>
      <p:sp>
        <p:nvSpPr>
          <p:cNvPr id="48" name="">
            <a:extLst xmlns:a="http://schemas.openxmlformats.org/drawingml/2006/main">
              <a:ext uri="{FF2B5EF4-FFF2-40B4-BE49-F238E27FC236}">
                <a16:creationId xmlns:a16="http://schemas.microsoft.com/office/drawing/2014/main" id="{C57C3188-6E3D-4ED1-8783-60ADC86F7C00}"/>
              </a:ext>
            </a:extLst>
          </p:cNvPr>
          <p:cNvSpPr>
            <a:spLocks xmlns:a="http://schemas.openxmlformats.org/drawingml/2006/main" noGrp="1"/>
          </p:cNvSpPr>
          <p:nvPr/>
        </p:nvSpPr>
        <p:spPr>
          <a:xfrm xmlns:a="http://schemas.openxmlformats.org/drawingml/2006/main">
            <a:off x="4419600" y="36766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WL.PY</a:t>
            </a:r>
          </a:p>
        </p:txBody>
      </p:sp>
      <p:sp>
        <p:nvSpPr>
          <p:cNvPr id="49" name="">
            <a:extLst xmlns:a="http://schemas.openxmlformats.org/drawingml/2006/main">
              <a:ext uri="{FF2B5EF4-FFF2-40B4-BE49-F238E27FC236}">
                <a16:creationId xmlns:a16="http://schemas.microsoft.com/office/drawing/2014/main" id="{690B088E-7CCB-4562-A0D0-64A354FFBB3F}"/>
              </a:ext>
            </a:extLst>
          </p:cNvPr>
          <p:cNvSpPr>
            <a:spLocks xmlns:a="http://schemas.openxmlformats.org/drawingml/2006/main" noGrp="1"/>
          </p:cNvSpPr>
          <p:nvPr/>
        </p:nvSpPr>
        <p:spPr>
          <a:xfrm xmlns:a="http://schemas.openxmlformats.org/drawingml/2006/main">
            <a:off x="4419600" y="38957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Refinement and counts</a:t>
            </a:r>
          </a:p>
        </p:txBody>
      </p:sp>
      <p:sp>
        <p:nvSpPr>
          <p:cNvPr id="50" name="">
            <a:extLst xmlns:a="http://schemas.openxmlformats.org/drawingml/2006/main">
              <a:ext uri="{FF2B5EF4-FFF2-40B4-BE49-F238E27FC236}">
                <a16:creationId xmlns:a16="http://schemas.microsoft.com/office/drawing/2014/main" id="{8A1A7FC5-91A1-4607-8280-D43C08FA5390}"/>
              </a:ext>
            </a:extLst>
          </p:cNvPr>
          <p:cNvSpPr>
            <a:spLocks xmlns:a="http://schemas.openxmlformats.org/drawingml/2006/main" noGrp="1"/>
          </p:cNvSpPr>
          <p:nvPr/>
        </p:nvSpPr>
        <p:spPr>
          <a:xfrm xmlns:a="http://schemas.openxmlformats.org/drawingml/2006/main">
            <a:off x="8096250" y="36766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PWL.PY</a:t>
            </a:r>
          </a:p>
        </p:txBody>
      </p:sp>
      <p:sp>
        <p:nvSpPr>
          <p:cNvPr id="51" name="">
            <a:extLst xmlns:a="http://schemas.openxmlformats.org/drawingml/2006/main">
              <a:ext uri="{FF2B5EF4-FFF2-40B4-BE49-F238E27FC236}">
                <a16:creationId xmlns:a16="http://schemas.microsoft.com/office/drawing/2014/main" id="{0A2684B8-DC40-4576-A8E1-EDC377BE6855}"/>
              </a:ext>
            </a:extLst>
          </p:cNvPr>
          <p:cNvSpPr>
            <a:spLocks xmlns:a="http://schemas.openxmlformats.org/drawingml/2006/main" noGrp="1"/>
          </p:cNvSpPr>
          <p:nvPr/>
        </p:nvSpPr>
        <p:spPr>
          <a:xfrm xmlns:a="http://schemas.openxmlformats.org/drawingml/2006/main">
            <a:off x="8096250" y="38957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Filtration, V and C</a:t>
            </a:r>
          </a:p>
        </p:txBody>
      </p:sp>
      <p:sp>
        <p:nvSpPr>
          <p:cNvPr id="52" name="">
            <a:extLst xmlns:a="http://schemas.openxmlformats.org/drawingml/2006/main">
              <a:ext uri="{FF2B5EF4-FFF2-40B4-BE49-F238E27FC236}">
                <a16:creationId xmlns:a16="http://schemas.microsoft.com/office/drawing/2014/main" id="{77281A0A-B777-4FE7-BD2F-C0352D557527}"/>
              </a:ext>
            </a:extLst>
          </p:cNvPr>
          <p:cNvSpPr>
            <a:spLocks xmlns:a="http://schemas.openxmlformats.org/drawingml/2006/main" noGrp="1"/>
          </p:cNvSpPr>
          <p:nvPr/>
        </p:nvSpPr>
        <p:spPr>
          <a:xfrm xmlns:a="http://schemas.openxmlformats.org/drawingml/2006/main">
            <a:off x="742950" y="44577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EVALUATE.PY</a:t>
            </a:r>
          </a:p>
        </p:txBody>
      </p:sp>
      <p:sp>
        <p:nvSpPr>
          <p:cNvPr id="53" name="">
            <a:extLst xmlns:a="http://schemas.openxmlformats.org/drawingml/2006/main">
              <a:ext uri="{FF2B5EF4-FFF2-40B4-BE49-F238E27FC236}">
                <a16:creationId xmlns:a16="http://schemas.microsoft.com/office/drawing/2014/main" id="{FC036EAB-B05E-4A14-80C9-555ABBC24E99}"/>
              </a:ext>
            </a:extLst>
          </p:cNvPr>
          <p:cNvSpPr>
            <a:spLocks xmlns:a="http://schemas.openxmlformats.org/drawingml/2006/main" noGrp="1"/>
          </p:cNvSpPr>
          <p:nvPr/>
        </p:nvSpPr>
        <p:spPr>
          <a:xfrm xmlns:a="http://schemas.openxmlformats.org/drawingml/2006/main">
            <a:off x="742950" y="46767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Splits, RF and checkpoints</a:t>
            </a:r>
          </a:p>
        </p:txBody>
      </p:sp>
      <p:sp>
        <p:nvSpPr>
          <p:cNvPr id="54" name="">
            <a:extLst xmlns:a="http://schemas.openxmlformats.org/drawingml/2006/main">
              <a:ext uri="{FF2B5EF4-FFF2-40B4-BE49-F238E27FC236}">
                <a16:creationId xmlns:a16="http://schemas.microsoft.com/office/drawing/2014/main" id="{F8594F96-F9F9-4AC7-A60C-9B4AFC93FBCE}"/>
              </a:ext>
            </a:extLst>
          </p:cNvPr>
          <p:cNvSpPr>
            <a:spLocks xmlns:a="http://schemas.openxmlformats.org/drawingml/2006/main" noGrp="1"/>
          </p:cNvSpPr>
          <p:nvPr/>
        </p:nvSpPr>
        <p:spPr>
          <a:xfrm xmlns:a="http://schemas.openxmlformats.org/drawingml/2006/main">
            <a:off x="4419600" y="44577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2644A"/>
                </a:solidFill>
                <a:latin typeface="Aptos"/>
                <a:ea typeface="Aptos"/>
                <a:cs typeface="Aptos"/>
              </a:defRPr>
            </a:defPPr>
          </a:lstStyle>
          <a:p xmlns:a="http://schemas.openxmlformats.org/drawingml/2006/main">
            <a:pPr algn="l">
              <a:buNone/>
              <a:defRPr sz="975" b="1">
                <a:solidFill>
                  <a:srgbClr val="D2644A"/>
                </a:solidFill>
                <a:latin typeface="Aptos"/>
                <a:ea typeface="Aptos"/>
                <a:cs typeface="Aptos"/>
              </a:defRPr>
            </a:pPr>
            <a:r>
              <a:rPr sz="975" b="1">
                <a:solidFill>
                  <a:srgbClr val="D2644A"/>
                </a:solidFill>
                <a:latin typeface="Aptos"/>
                <a:ea typeface="Aptos"/>
                <a:cs typeface="Aptos"/>
              </a:rPr>
              <a:t>BINARY_CYCLE.PY</a:t>
            </a:r>
          </a:p>
        </p:txBody>
      </p:sp>
      <p:sp>
        <p:nvSpPr>
          <p:cNvPr id="55" name="">
            <a:extLst xmlns:a="http://schemas.openxmlformats.org/drawingml/2006/main">
              <a:ext uri="{FF2B5EF4-FFF2-40B4-BE49-F238E27FC236}">
                <a16:creationId xmlns:a16="http://schemas.microsoft.com/office/drawing/2014/main" id="{80FEECC4-0858-49C0-A7A3-FC55466F531D}"/>
              </a:ext>
            </a:extLst>
          </p:cNvPr>
          <p:cNvSpPr>
            <a:spLocks xmlns:a="http://schemas.openxmlformats.org/drawingml/2006/main" noGrp="1"/>
          </p:cNvSpPr>
          <p:nvPr/>
        </p:nvSpPr>
        <p:spPr>
          <a:xfrm xmlns:a="http://schemas.openxmlformats.org/drawingml/2006/main">
            <a:off x="4419600" y="46767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MUTAG cache-only extension</a:t>
            </a:r>
          </a:p>
        </p:txBody>
      </p:sp>
      <p:sp>
        <p:nvSpPr>
          <p:cNvPr id="56" name="">
            <a:extLst xmlns:a="http://schemas.openxmlformats.org/drawingml/2006/main">
              <a:ext uri="{FF2B5EF4-FFF2-40B4-BE49-F238E27FC236}">
                <a16:creationId xmlns:a16="http://schemas.microsoft.com/office/drawing/2014/main" id="{47599B60-E45D-4681-BCDB-A553C840CBC9}"/>
              </a:ext>
            </a:extLst>
          </p:cNvPr>
          <p:cNvSpPr>
            <a:spLocks xmlns:a="http://schemas.openxmlformats.org/drawingml/2006/main" noGrp="1"/>
          </p:cNvSpPr>
          <p:nvPr/>
        </p:nvSpPr>
        <p:spPr>
          <a:xfrm xmlns:a="http://schemas.openxmlformats.org/drawingml/2006/main">
            <a:off x="8096250" y="44577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FINALIZE_CASE_STUDY.PY</a:t>
            </a:r>
          </a:p>
        </p:txBody>
      </p:sp>
      <p:sp>
        <p:nvSpPr>
          <p:cNvPr id="57" name="">
            <a:extLst xmlns:a="http://schemas.openxmlformats.org/drawingml/2006/main">
              <a:ext uri="{FF2B5EF4-FFF2-40B4-BE49-F238E27FC236}">
                <a16:creationId xmlns:a16="http://schemas.microsoft.com/office/drawing/2014/main" id="{CE1C1C49-9284-473A-8089-E01E2AC18553}"/>
              </a:ext>
            </a:extLst>
          </p:cNvPr>
          <p:cNvSpPr>
            <a:spLocks xmlns:a="http://schemas.openxmlformats.org/drawingml/2006/main" noGrp="1"/>
          </p:cNvSpPr>
          <p:nvPr/>
        </p:nvSpPr>
        <p:spPr>
          <a:xfrm xmlns:a="http://schemas.openxmlformats.org/drawingml/2006/main">
            <a:off x="8096250" y="46767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Prediction audit and figures</a:t>
            </a:r>
          </a:p>
        </p:txBody>
      </p:sp>
      <p:sp>
        <p:nvSpPr>
          <p:cNvPr id="58" name="">
            <a:extLst xmlns:a="http://schemas.openxmlformats.org/drawingml/2006/main">
              <a:ext uri="{FF2B5EF4-FFF2-40B4-BE49-F238E27FC236}">
                <a16:creationId xmlns:a16="http://schemas.microsoft.com/office/drawing/2014/main" id="{8951DB57-EE50-4E2A-AA06-C5914B0CF920}"/>
              </a:ext>
            </a:extLst>
          </p:cNvPr>
          <p:cNvSpPr>
            <a:spLocks xmlns:a="http://schemas.openxmlformats.org/drawingml/2006/main" noGrp="1"/>
          </p:cNvSpPr>
          <p:nvPr/>
        </p:nvSpPr>
        <p:spPr>
          <a:xfrm xmlns:a="http://schemas.openxmlformats.org/drawingml/2006/main">
            <a:off x="1552575" y="5381625"/>
            <a:ext cx="9086850" cy="514350"/>
          </a:xfrm>
          <a:prstGeom xmlns:a="http://schemas.openxmlformats.org/drawingml/2006/main" prst="roundRect">
            <a:avLst>
              <a:gd name="adj" fmla="val 14815"/>
            </a:avLst>
          </a:prstGeom>
          <a:solidFill xmlns:a="http://schemas.openxmlformats.org/drawingml/2006/main">
            <a:srgbClr val="10243B"/>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BD42EF29-69D9-4CB5-BDEF-04518A95D401}"/>
              </a:ext>
            </a:extLst>
          </p:cNvPr>
          <p:cNvSpPr>
            <a:spLocks xmlns:a="http://schemas.openxmlformats.org/drawingml/2006/main" noGrp="1"/>
          </p:cNvSpPr>
          <p:nvPr/>
        </p:nvSpPr>
        <p:spPr>
          <a:xfrm xmlns:a="http://schemas.openxmlformats.org/drawingml/2006/main">
            <a:off x="1752600" y="5476875"/>
            <a:ext cx="868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Aptos"/>
                <a:ea typeface="Aptos"/>
                <a:cs typeface="Aptos"/>
              </a:defRPr>
            </a:defPPr>
          </a:lstStyle>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No global feature matrix: DictVectorizer refits on each inner and outer training split.</a:t>
            </a:r>
          </a:p>
        </p:txBody>
      </p:sp>
    </p:spTree>
    <p:extLst>
      <p:ext uri="{BB962C8B-B14F-4D97-AF65-F5344CB8AC3E}">
        <p14:creationId xmlns:p14="http://schemas.microsoft.com/office/powerpoint/2010/main" val="302840352"/>
      </p:ext>
    </p:extLst>
  </p:cSld>
</p:sld>
</file>

<file path=ppt/slides/slide1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38B4414-354D-45C5-9E2C-10B444CFDAC2}"/>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Nested cross-validation separates selection from testing</a:t>
            </a:r>
          </a:p>
        </p:txBody>
      </p:sp>
      <p:sp>
        <p:nvSpPr>
          <p:cNvPr id="2" name="">
            <a:extLst xmlns:a="http://schemas.openxmlformats.org/drawingml/2006/main">
              <a:ext uri="{FF2B5EF4-FFF2-40B4-BE49-F238E27FC236}">
                <a16:creationId xmlns:a16="http://schemas.microsoft.com/office/drawing/2014/main" id="{B275230C-049A-4D50-AA78-D0439A18A367}"/>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Each outer test fold stays untouched during model selection</a:t>
            </a:r>
          </a:p>
        </p:txBody>
      </p:sp>
      <p:sp>
        <p:nvSpPr>
          <p:cNvPr id="3" name="">
            <a:extLst xmlns:a="http://schemas.openxmlformats.org/drawingml/2006/main">
              <a:ext uri="{FF2B5EF4-FFF2-40B4-BE49-F238E27FC236}">
                <a16:creationId xmlns:a16="http://schemas.microsoft.com/office/drawing/2014/main" id="{B57FF933-1CAF-4BF9-88D0-CA46856E7451}"/>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3513F6-2810-469B-BB7B-B2544D1F79AC}"/>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EVALUATION</a:t>
            </a:r>
          </a:p>
        </p:txBody>
      </p:sp>
      <p:sp>
        <p:nvSpPr>
          <p:cNvPr id="5" name="">
            <a:extLst xmlns:a="http://schemas.openxmlformats.org/drawingml/2006/main">
              <a:ext uri="{FF2B5EF4-FFF2-40B4-BE49-F238E27FC236}">
                <a16:creationId xmlns:a16="http://schemas.microsoft.com/office/drawing/2014/main" id="{C210CA04-7F4F-4361-9CC4-134EFE577651}"/>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890BD254-0D9A-411A-B217-C68DC36BA770}"/>
              </a:ext>
            </a:extLst>
          </p:cNvPr>
          <p:cNvSpPr>
            <a:spLocks xmlns:a="http://schemas.openxmlformats.org/drawingml/2006/main" noGrp="1"/>
          </p:cNvSpPr>
          <p:nvPr/>
        </p:nvSpPr>
        <p:spPr>
          <a:xfrm xmlns:a="http://schemas.openxmlformats.org/drawingml/2006/main">
            <a:off x="762000" y="1524000"/>
            <a:ext cx="10668000" cy="742950"/>
          </a:xfrm>
          <a:prstGeom xmlns:a="http://schemas.openxmlformats.org/drawingml/2006/main" prst="roundRect">
            <a:avLst>
              <a:gd name="adj" fmla="val 10256"/>
            </a:avLst>
          </a:prstGeom>
          <a:solidFill xmlns:a="http://schemas.openxmlformats.org/drawingml/2006/main">
            <a:srgbClr val="10243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DE54DB-E882-4A1D-B26A-C165850B9179}"/>
              </a:ext>
            </a:extLst>
          </p:cNvPr>
          <p:cNvSpPr>
            <a:spLocks xmlns:a="http://schemas.openxmlformats.org/drawingml/2006/main" noGrp="1"/>
          </p:cNvSpPr>
          <p:nvPr/>
        </p:nvSpPr>
        <p:spPr>
          <a:xfrm xmlns:a="http://schemas.openxmlformats.org/drawingml/2006/main">
            <a:off x="990600" y="1666875"/>
            <a:ext cx="10210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10 repeats × 10 outer folds  =  100 held-out evaluations per dataset</a:t>
            </a:r>
          </a:p>
        </p:txBody>
      </p:sp>
      <p:sp>
        <p:nvSpPr>
          <p:cNvPr id="8" name="">
            <a:extLst xmlns:a="http://schemas.openxmlformats.org/drawingml/2006/main">
              <a:ext uri="{FF2B5EF4-FFF2-40B4-BE49-F238E27FC236}">
                <a16:creationId xmlns:a16="http://schemas.microsoft.com/office/drawing/2014/main" id="{392BCB65-057D-4161-BE14-ADC983E23FFA}"/>
              </a:ext>
            </a:extLst>
          </p:cNvPr>
          <p:cNvSpPr>
            <a:spLocks xmlns:a="http://schemas.openxmlformats.org/drawingml/2006/main" noGrp="1"/>
          </p:cNvSpPr>
          <p:nvPr/>
        </p:nvSpPr>
        <p:spPr>
          <a:xfrm xmlns:a="http://schemas.openxmlformats.org/drawingml/2006/main">
            <a:off x="790575" y="259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ONE OUTER SPLIT</a:t>
            </a:r>
          </a:p>
        </p:txBody>
      </p:sp>
      <p:sp>
        <p:nvSpPr>
          <p:cNvPr id="9" name="">
            <a:extLst xmlns:a="http://schemas.openxmlformats.org/drawingml/2006/main">
              <a:ext uri="{FF2B5EF4-FFF2-40B4-BE49-F238E27FC236}">
                <a16:creationId xmlns:a16="http://schemas.microsoft.com/office/drawing/2014/main" id="{D144B14A-BE36-46D9-9ADF-EB8617B17F81}"/>
              </a:ext>
            </a:extLst>
          </p:cNvPr>
          <p:cNvSpPr>
            <a:spLocks xmlns:a="http://schemas.openxmlformats.org/drawingml/2006/main" noGrp="1"/>
          </p:cNvSpPr>
          <p:nvPr/>
        </p:nvSpPr>
        <p:spPr>
          <a:xfrm xmlns:a="http://schemas.openxmlformats.org/drawingml/2006/main">
            <a:off x="790575" y="2981325"/>
            <a:ext cx="2619375" cy="1685925"/>
          </a:xfrm>
          <a:prstGeom xmlns:a="http://schemas.openxmlformats.org/drawingml/2006/main" prst="roundRect">
            <a:avLst>
              <a:gd name="adj" fmla="val 4520"/>
            </a:avLst>
          </a:prstGeom>
          <a:solidFill xmlns:a="http://schemas.openxmlformats.org/drawingml/2006/main">
            <a:srgbClr val="DDE9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105FF6C-9A31-4AAD-AD75-46AB725EDA9E}"/>
              </a:ext>
            </a:extLst>
          </p:cNvPr>
          <p:cNvSpPr>
            <a:spLocks xmlns:a="http://schemas.openxmlformats.org/drawingml/2006/main" noGrp="1"/>
          </p:cNvSpPr>
          <p:nvPr/>
        </p:nvSpPr>
        <p:spPr>
          <a:xfrm xmlns:a="http://schemas.openxmlformats.org/drawingml/2006/main">
            <a:off x="1038225" y="31813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4478A5"/>
                </a:solidFill>
                <a:latin typeface="Aptos"/>
                <a:ea typeface="Aptos"/>
                <a:cs typeface="Aptos"/>
              </a:defRPr>
            </a:defPPr>
          </a:lstStyle>
          <a:p xmlns:a="http://schemas.openxmlformats.org/drawingml/2006/main">
            <a:pPr algn="ctr">
              <a:buNone/>
              <a:defRPr sz="1575" b="1">
                <a:solidFill>
                  <a:srgbClr val="4478A5"/>
                </a:solidFill>
                <a:latin typeface="Aptos"/>
                <a:ea typeface="Aptos"/>
                <a:cs typeface="Aptos"/>
              </a:defRPr>
            </a:pPr>
            <a:r>
              <a:rPr sz="1575" b="1">
                <a:solidFill>
                  <a:srgbClr val="4478A5"/>
                </a:solidFill>
                <a:latin typeface="Aptos"/>
                <a:ea typeface="Aptos"/>
                <a:cs typeface="Aptos"/>
              </a:rPr>
              <a:t>Outer training set</a:t>
            </a:r>
          </a:p>
        </p:txBody>
      </p:sp>
      <p:sp>
        <p:nvSpPr>
          <p:cNvPr id="11" name="">
            <a:extLst xmlns:a="http://schemas.openxmlformats.org/drawingml/2006/main">
              <a:ext uri="{FF2B5EF4-FFF2-40B4-BE49-F238E27FC236}">
                <a16:creationId xmlns:a16="http://schemas.microsoft.com/office/drawing/2014/main" id="{66636796-C61F-4A98-8C07-6C4F401EFB49}"/>
              </a:ext>
            </a:extLst>
          </p:cNvPr>
          <p:cNvSpPr>
            <a:spLocks xmlns:a="http://schemas.openxmlformats.org/drawingml/2006/main" noGrp="1"/>
          </p:cNvSpPr>
          <p:nvPr/>
        </p:nvSpPr>
        <p:spPr>
          <a:xfrm xmlns:a="http://schemas.openxmlformats.org/drawingml/2006/main">
            <a:off x="1057275" y="3609975"/>
            <a:ext cx="20859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22238"/>
                </a:solidFill>
                <a:latin typeface="Aptos"/>
                <a:ea typeface="Aptos"/>
                <a:cs typeface="Aptos"/>
              </a:defRPr>
            </a:defPPr>
          </a:lstStyle>
          <a:p xmlns:a="http://schemas.openxmlformats.org/drawingml/2006/main">
            <a:pPr algn="ctr">
              <a:buNone/>
              <a:defRPr sz="1575" b="1">
                <a:solidFill>
                  <a:srgbClr val="122238"/>
                </a:solidFill>
                <a:latin typeface="Aptos"/>
                <a:ea typeface="Aptos"/>
                <a:cs typeface="Aptos"/>
              </a:defRPr>
            </a:pPr>
            <a:r>
              <a:rPr sz="1575" b="1">
                <a:solidFill>
                  <a:srgbClr val="122238"/>
                </a:solidFill>
                <a:latin typeface="Aptos"/>
                <a:ea typeface="Aptos"/>
                <a:cs typeface="Aptos"/>
              </a:rPr>
              <a:t>Inner 5-fold CV</a:t>
            </a:r>
          </a:p>
          <a:p xmlns:a="http://schemas.openxmlformats.org/drawingml/2006/main">
            <a:pPr algn="ctr">
              <a:buNone/>
              <a:defRPr sz="1575" b="1">
                <a:solidFill>
                  <a:srgbClr val="122238"/>
                </a:solidFill>
                <a:latin typeface="Aptos"/>
                <a:ea typeface="Aptos"/>
                <a:cs typeface="Aptos"/>
              </a:defRPr>
            </a:pPr>
            <a:r>
              <a:rPr sz="1575" b="1">
                <a:solidFill>
                  <a:srgbClr val="122238"/>
                </a:solidFill>
                <a:latin typeface="Aptos"/>
                <a:ea typeface="Aptos"/>
                <a:cs typeface="Aptos"/>
              </a:rPr>
              <a:t>select h, p, trees, λ</a:t>
            </a:r>
          </a:p>
        </p:txBody>
      </p:sp>
      <p:sp>
        <p:nvSpPr>
          <p:cNvPr id="12" name="">
            <a:extLst xmlns:a="http://schemas.openxmlformats.org/drawingml/2006/main">
              <a:ext uri="{FF2B5EF4-FFF2-40B4-BE49-F238E27FC236}">
                <a16:creationId xmlns:a16="http://schemas.microsoft.com/office/drawing/2014/main" id="{634DA1F3-42F8-4F8E-8746-0E001191425E}"/>
              </a:ext>
            </a:extLst>
          </p:cNvPr>
          <p:cNvSpPr>
            <a:spLocks xmlns:a="http://schemas.openxmlformats.org/drawingml/2006/main" noGrp="1"/>
          </p:cNvSpPr>
          <p:nvPr/>
        </p:nvSpPr>
        <p:spPr>
          <a:xfrm xmlns:a="http://schemas.openxmlformats.org/drawingml/2006/main">
            <a:off x="3495675" y="3771900"/>
            <a:ext cx="866775" cy="38100"/>
          </a:xfrm>
          <a:prstGeom xmlns:a="http://schemas.openxmlformats.org/drawingml/2006/main" prst="rect">
            <a:avLst/>
          </a:prstGeom>
          <a:solidFill xmlns:a="http://schemas.openxmlformats.org/drawingml/2006/main">
            <a:srgbClr val="6072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EC5BF30-EDA3-456E-BBEE-F30878A59E06}"/>
              </a:ext>
            </a:extLst>
          </p:cNvPr>
          <p:cNvSpPr>
            <a:spLocks xmlns:a="http://schemas.openxmlformats.org/drawingml/2006/main" noGrp="1"/>
          </p:cNvSpPr>
          <p:nvPr/>
        </p:nvSpPr>
        <p:spPr>
          <a:xfrm xmlns:a="http://schemas.openxmlformats.org/drawingml/2006/main" rot="5400000">
            <a:off x="4333875" y="3733800"/>
            <a:ext cx="114300" cy="114300"/>
          </a:xfrm>
          <a:prstGeom xmlns:a="http://schemas.openxmlformats.org/drawingml/2006/main" prst="triangle">
            <a:avLst/>
          </a:prstGeom>
          <a:solidFill xmlns:a="http://schemas.openxmlformats.org/drawingml/2006/main">
            <a:srgbClr val="60728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B6EE7A-C592-437D-9F87-E985D8BB5042}"/>
              </a:ext>
            </a:extLst>
          </p:cNvPr>
          <p:cNvSpPr>
            <a:spLocks xmlns:a="http://schemas.openxmlformats.org/drawingml/2006/main" noGrp="1"/>
          </p:cNvSpPr>
          <p:nvPr/>
        </p:nvSpPr>
        <p:spPr>
          <a:xfrm xmlns:a="http://schemas.openxmlformats.org/drawingml/2006/main">
            <a:off x="4543425" y="2981325"/>
            <a:ext cx="2952750" cy="1685925"/>
          </a:xfrm>
          <a:prstGeom xmlns:a="http://schemas.openxmlformats.org/drawingml/2006/main" prst="roundRect">
            <a:avLst>
              <a:gd name="adj" fmla="val 4520"/>
            </a:avLst>
          </a:prstGeom>
          <a:solidFill xmlns:a="http://schemas.openxmlformats.org/drawingml/2006/main">
            <a:srgbClr val="D9EFE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05715A6-764A-40B3-901D-9CB4B9223A6C}"/>
              </a:ext>
            </a:extLst>
          </p:cNvPr>
          <p:cNvSpPr>
            <a:spLocks xmlns:a="http://schemas.openxmlformats.org/drawingml/2006/main" noGrp="1"/>
          </p:cNvSpPr>
          <p:nvPr/>
        </p:nvSpPr>
        <p:spPr>
          <a:xfrm xmlns:a="http://schemas.openxmlformats.org/drawingml/2006/main">
            <a:off x="4810125" y="3181350"/>
            <a:ext cx="2428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007F78"/>
                </a:solidFill>
                <a:latin typeface="Aptos"/>
                <a:ea typeface="Aptos"/>
                <a:cs typeface="Aptos"/>
              </a:defRPr>
            </a:defPPr>
          </a:lstStyle>
          <a:p xmlns:a="http://schemas.openxmlformats.org/drawingml/2006/main">
            <a:pPr algn="ctr">
              <a:buNone/>
              <a:defRPr sz="1575" b="1">
                <a:solidFill>
                  <a:srgbClr val="007F78"/>
                </a:solidFill>
                <a:latin typeface="Aptos"/>
                <a:ea typeface="Aptos"/>
                <a:cs typeface="Aptos"/>
              </a:defRPr>
            </a:pPr>
            <a:r>
              <a:rPr sz="1575" b="1">
                <a:solidFill>
                  <a:srgbClr val="007F78"/>
                </a:solidFill>
                <a:latin typeface="Aptos"/>
                <a:ea typeface="Aptos"/>
                <a:cs typeface="Aptos"/>
              </a:rPr>
              <a:t>Refit selected model</a:t>
            </a:r>
          </a:p>
        </p:txBody>
      </p:sp>
      <p:sp>
        <p:nvSpPr>
          <p:cNvPr id="16" name="">
            <a:extLst xmlns:a="http://schemas.openxmlformats.org/drawingml/2006/main">
              <a:ext uri="{FF2B5EF4-FFF2-40B4-BE49-F238E27FC236}">
                <a16:creationId xmlns:a16="http://schemas.microsoft.com/office/drawing/2014/main" id="{6A3D8E1E-ADA8-47A6-BEFA-376413FED2A1}"/>
              </a:ext>
            </a:extLst>
          </p:cNvPr>
          <p:cNvSpPr>
            <a:spLocks xmlns:a="http://schemas.openxmlformats.org/drawingml/2006/main" noGrp="1"/>
          </p:cNvSpPr>
          <p:nvPr/>
        </p:nvSpPr>
        <p:spPr>
          <a:xfrm xmlns:a="http://schemas.openxmlformats.org/drawingml/2006/main">
            <a:off x="4838700" y="3619500"/>
            <a:ext cx="238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22238"/>
                </a:solidFill>
                <a:latin typeface="Aptos"/>
                <a:ea typeface="Aptos"/>
                <a:cs typeface="Aptos"/>
              </a:defRPr>
            </a:defPPr>
          </a:lstStyle>
          <a:p xmlns:a="http://schemas.openxmlformats.org/drawingml/2006/main">
            <a:pPr algn="ctr">
              <a:buNone/>
              <a:defRPr sz="1575" b="1">
                <a:solidFill>
                  <a:srgbClr val="122238"/>
                </a:solidFill>
                <a:latin typeface="Aptos"/>
                <a:ea typeface="Aptos"/>
                <a:cs typeface="Aptos"/>
              </a:defRPr>
            </a:pPr>
            <a:r>
              <a:rPr sz="1575" b="1">
                <a:solidFill>
                  <a:srgbClr val="122238"/>
                </a:solidFill>
                <a:latin typeface="Aptos"/>
                <a:ea typeface="Aptos"/>
                <a:cs typeface="Aptos"/>
              </a:rPr>
              <a:t>Train on all outer</a:t>
            </a:r>
          </a:p>
          <a:p xmlns:a="http://schemas.openxmlformats.org/drawingml/2006/main">
            <a:pPr algn="ctr">
              <a:buNone/>
              <a:defRPr sz="1575" b="1">
                <a:solidFill>
                  <a:srgbClr val="122238"/>
                </a:solidFill>
                <a:latin typeface="Aptos"/>
                <a:ea typeface="Aptos"/>
                <a:cs typeface="Aptos"/>
              </a:defRPr>
            </a:pPr>
            <a:r>
              <a:rPr sz="1575" b="1">
                <a:solidFill>
                  <a:srgbClr val="122238"/>
                </a:solidFill>
                <a:latin typeface="Aptos"/>
                <a:ea typeface="Aptos"/>
                <a:cs typeface="Aptos"/>
              </a:rPr>
              <a:t>training graphs</a:t>
            </a:r>
          </a:p>
        </p:txBody>
      </p:sp>
      <p:sp>
        <p:nvSpPr>
          <p:cNvPr id="17" name="">
            <a:extLst xmlns:a="http://schemas.openxmlformats.org/drawingml/2006/main">
              <a:ext uri="{FF2B5EF4-FFF2-40B4-BE49-F238E27FC236}">
                <a16:creationId xmlns:a16="http://schemas.microsoft.com/office/drawing/2014/main" id="{BC72C23C-1FAA-4E28-9F7D-3191FD97C419}"/>
              </a:ext>
            </a:extLst>
          </p:cNvPr>
          <p:cNvSpPr>
            <a:spLocks xmlns:a="http://schemas.openxmlformats.org/drawingml/2006/main" noGrp="1"/>
          </p:cNvSpPr>
          <p:nvPr/>
        </p:nvSpPr>
        <p:spPr>
          <a:xfrm xmlns:a="http://schemas.openxmlformats.org/drawingml/2006/main">
            <a:off x="7591425" y="3771900"/>
            <a:ext cx="866775" cy="38100"/>
          </a:xfrm>
          <a:prstGeom xmlns:a="http://schemas.openxmlformats.org/drawingml/2006/main" prst="rect">
            <a:avLst/>
          </a:prstGeom>
          <a:solidFill xmlns:a="http://schemas.openxmlformats.org/drawingml/2006/main">
            <a:srgbClr val="60728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6EC546E-0B4C-481D-9E7B-DB76CD204596}"/>
              </a:ext>
            </a:extLst>
          </p:cNvPr>
          <p:cNvSpPr>
            <a:spLocks xmlns:a="http://schemas.openxmlformats.org/drawingml/2006/main" noGrp="1"/>
          </p:cNvSpPr>
          <p:nvPr/>
        </p:nvSpPr>
        <p:spPr>
          <a:xfrm xmlns:a="http://schemas.openxmlformats.org/drawingml/2006/main" rot="5400000">
            <a:off x="8429625" y="3733800"/>
            <a:ext cx="114300" cy="114300"/>
          </a:xfrm>
          <a:prstGeom xmlns:a="http://schemas.openxmlformats.org/drawingml/2006/main" prst="triangle">
            <a:avLst/>
          </a:prstGeom>
          <a:solidFill xmlns:a="http://schemas.openxmlformats.org/drawingml/2006/main">
            <a:srgbClr val="60728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38668F4-8B32-4224-BAB5-35C35FD26BAA}"/>
              </a:ext>
            </a:extLst>
          </p:cNvPr>
          <p:cNvSpPr>
            <a:spLocks xmlns:a="http://schemas.openxmlformats.org/drawingml/2006/main" noGrp="1"/>
          </p:cNvSpPr>
          <p:nvPr/>
        </p:nvSpPr>
        <p:spPr>
          <a:xfrm xmlns:a="http://schemas.openxmlformats.org/drawingml/2006/main">
            <a:off x="8639175" y="2981325"/>
            <a:ext cx="2619375" cy="1685925"/>
          </a:xfrm>
          <a:prstGeom xmlns:a="http://schemas.openxmlformats.org/drawingml/2006/main" prst="roundRect">
            <a:avLst>
              <a:gd name="adj" fmla="val 4520"/>
            </a:avLst>
          </a:prstGeom>
          <a:solidFill xmlns:a="http://schemas.openxmlformats.org/drawingml/2006/main">
            <a:srgbClr val="F7E3D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1D8ABE6-B46E-48A1-951D-F49828A92F40}"/>
              </a:ext>
            </a:extLst>
          </p:cNvPr>
          <p:cNvSpPr>
            <a:spLocks xmlns:a="http://schemas.openxmlformats.org/drawingml/2006/main" noGrp="1"/>
          </p:cNvSpPr>
          <p:nvPr/>
        </p:nvSpPr>
        <p:spPr>
          <a:xfrm xmlns:a="http://schemas.openxmlformats.org/drawingml/2006/main">
            <a:off x="8886825" y="318135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D2644A"/>
                </a:solidFill>
                <a:latin typeface="Aptos"/>
                <a:ea typeface="Aptos"/>
                <a:cs typeface="Aptos"/>
              </a:defRPr>
            </a:defPPr>
          </a:lstStyle>
          <a:p xmlns:a="http://schemas.openxmlformats.org/drawingml/2006/main">
            <a:pPr algn="ctr">
              <a:buNone/>
              <a:defRPr sz="1575" b="1">
                <a:solidFill>
                  <a:srgbClr val="D2644A"/>
                </a:solidFill>
                <a:latin typeface="Aptos"/>
                <a:ea typeface="Aptos"/>
                <a:cs typeface="Aptos"/>
              </a:defRPr>
            </a:pPr>
            <a:r>
              <a:rPr sz="1575" b="1">
                <a:solidFill>
                  <a:srgbClr val="D2644A"/>
                </a:solidFill>
                <a:latin typeface="Aptos"/>
                <a:ea typeface="Aptos"/>
                <a:cs typeface="Aptos"/>
              </a:rPr>
              <a:t>Outer test fold</a:t>
            </a:r>
          </a:p>
        </p:txBody>
      </p:sp>
      <p:sp>
        <p:nvSpPr>
          <p:cNvPr id="21" name="">
            <a:extLst xmlns:a="http://schemas.openxmlformats.org/drawingml/2006/main">
              <a:ext uri="{FF2B5EF4-FFF2-40B4-BE49-F238E27FC236}">
                <a16:creationId xmlns:a16="http://schemas.microsoft.com/office/drawing/2014/main" id="{986ACA4E-9D4A-46C6-8AC7-BED872311AD5}"/>
              </a:ext>
            </a:extLst>
          </p:cNvPr>
          <p:cNvSpPr>
            <a:spLocks xmlns:a="http://schemas.openxmlformats.org/drawingml/2006/main" noGrp="1"/>
          </p:cNvSpPr>
          <p:nvPr/>
        </p:nvSpPr>
        <p:spPr>
          <a:xfrm xmlns:a="http://schemas.openxmlformats.org/drawingml/2006/main">
            <a:off x="8896350" y="3609975"/>
            <a:ext cx="209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22238"/>
                </a:solidFill>
                <a:latin typeface="Aptos"/>
                <a:ea typeface="Aptos"/>
                <a:cs typeface="Aptos"/>
              </a:defRPr>
            </a:defPPr>
          </a:lstStyle>
          <a:p xmlns:a="http://schemas.openxmlformats.org/drawingml/2006/main">
            <a:pPr algn="ctr">
              <a:buNone/>
              <a:defRPr sz="1575" b="1">
                <a:solidFill>
                  <a:srgbClr val="122238"/>
                </a:solidFill>
                <a:latin typeface="Aptos"/>
                <a:ea typeface="Aptos"/>
                <a:cs typeface="Aptos"/>
              </a:defRPr>
            </a:pPr>
            <a:r>
              <a:rPr sz="1575" b="1">
                <a:solidFill>
                  <a:srgbClr val="122238"/>
                </a:solidFill>
                <a:latin typeface="Aptos"/>
                <a:ea typeface="Aptos"/>
                <a:cs typeface="Aptos"/>
              </a:rPr>
              <a:t>Evaluate once</a:t>
            </a:r>
          </a:p>
          <a:p xmlns:a="http://schemas.openxmlformats.org/drawingml/2006/main">
            <a:pPr algn="ctr">
              <a:buNone/>
              <a:defRPr sz="1575" b="1">
                <a:solidFill>
                  <a:srgbClr val="122238"/>
                </a:solidFill>
                <a:latin typeface="Aptos"/>
                <a:ea typeface="Aptos"/>
                <a:cs typeface="Aptos"/>
              </a:defRPr>
            </a:pPr>
            <a:r>
              <a:rPr sz="1575" b="1">
                <a:solidFill>
                  <a:srgbClr val="122238"/>
                </a:solidFill>
                <a:latin typeface="Aptos"/>
                <a:ea typeface="Aptos"/>
                <a:cs typeface="Aptos"/>
              </a:rPr>
              <a:t>Accuracy + Macro-F1</a:t>
            </a:r>
          </a:p>
        </p:txBody>
      </p:sp>
      <p:sp>
        <p:nvSpPr>
          <p:cNvPr id="22" name="">
            <a:extLst xmlns:a="http://schemas.openxmlformats.org/drawingml/2006/main">
              <a:ext uri="{FF2B5EF4-FFF2-40B4-BE49-F238E27FC236}">
                <a16:creationId xmlns:a16="http://schemas.microsoft.com/office/drawing/2014/main" id="{203AA162-871B-4F31-A35A-85E495DA6810}"/>
              </a:ext>
            </a:extLst>
          </p:cNvPr>
          <p:cNvSpPr>
            <a:spLocks xmlns:a="http://schemas.openxmlformats.org/drawingml/2006/main" noGrp="1"/>
          </p:cNvSpPr>
          <p:nvPr/>
        </p:nvSpPr>
        <p:spPr>
          <a:xfrm xmlns:a="http://schemas.openxmlformats.org/drawingml/2006/main">
            <a:off x="952500" y="50673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SEARCH</a:t>
            </a:r>
          </a:p>
        </p:txBody>
      </p:sp>
      <p:sp>
        <p:nvSpPr>
          <p:cNvPr id="23" name="">
            <a:extLst xmlns:a="http://schemas.openxmlformats.org/drawingml/2006/main">
              <a:ext uri="{FF2B5EF4-FFF2-40B4-BE49-F238E27FC236}">
                <a16:creationId xmlns:a16="http://schemas.microsoft.com/office/drawing/2014/main" id="{FB365DFB-4144-4253-BB7D-FEF06F35B6CB}"/>
              </a:ext>
            </a:extLst>
          </p:cNvPr>
          <p:cNvSpPr>
            <a:spLocks xmlns:a="http://schemas.openxmlformats.org/drawingml/2006/main" noGrp="1"/>
          </p:cNvSpPr>
          <p:nvPr/>
        </p:nvSpPr>
        <p:spPr>
          <a:xfrm xmlns:a="http://schemas.openxmlformats.org/drawingml/2006/main">
            <a:off x="952500" y="53149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22238"/>
                </a:solidFill>
                <a:latin typeface="Aptos"/>
                <a:ea typeface="Aptos"/>
                <a:cs typeface="Aptos"/>
              </a:defRPr>
            </a:defPPr>
          </a:lstStyle>
          <a:p xmlns:a="http://schemas.openxmlformats.org/drawingml/2006/main">
            <a:pPr algn="l">
              <a:buNone/>
              <a:defRPr sz="1275" b="0">
                <a:solidFill>
                  <a:srgbClr val="122238"/>
                </a:solidFill>
                <a:latin typeface="Aptos"/>
                <a:ea typeface="Aptos"/>
                <a:cs typeface="Aptos"/>
              </a:defRPr>
            </a:pPr>
            <a:r>
              <a:rPr sz="1275" b="0">
                <a:solidFill>
                  <a:srgbClr val="122238"/>
                </a:solidFill>
                <a:latin typeface="Aptos"/>
                <a:ea typeface="Aptos"/>
                <a:cs typeface="Aptos"/>
              </a:rPr>
              <a:t>h = 0…6  ·  p = 1,2  ·  25/50/100 trees</a:t>
            </a:r>
          </a:p>
        </p:txBody>
      </p:sp>
      <p:sp>
        <p:nvSpPr>
          <p:cNvPr id="24" name="">
            <a:extLst xmlns:a="http://schemas.openxmlformats.org/drawingml/2006/main">
              <a:ext uri="{FF2B5EF4-FFF2-40B4-BE49-F238E27FC236}">
                <a16:creationId xmlns:a16="http://schemas.microsoft.com/office/drawing/2014/main" id="{096866EB-A5CC-451B-997F-F9DF97965256}"/>
              </a:ext>
            </a:extLst>
          </p:cNvPr>
          <p:cNvSpPr>
            <a:spLocks xmlns:a="http://schemas.openxmlformats.org/drawingml/2006/main" noGrp="1"/>
          </p:cNvSpPr>
          <p:nvPr/>
        </p:nvSpPr>
        <p:spPr>
          <a:xfrm xmlns:a="http://schemas.openxmlformats.org/drawingml/2006/main">
            <a:off x="4505325" y="50673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FOREST</a:t>
            </a:r>
          </a:p>
        </p:txBody>
      </p:sp>
      <p:sp>
        <p:nvSpPr>
          <p:cNvPr id="25" name="">
            <a:extLst xmlns:a="http://schemas.openxmlformats.org/drawingml/2006/main">
              <a:ext uri="{FF2B5EF4-FFF2-40B4-BE49-F238E27FC236}">
                <a16:creationId xmlns:a16="http://schemas.microsoft.com/office/drawing/2014/main" id="{0842A679-CFE7-45A9-8AE0-375E005DF64D}"/>
              </a:ext>
            </a:extLst>
          </p:cNvPr>
          <p:cNvSpPr>
            <a:spLocks xmlns:a="http://schemas.openxmlformats.org/drawingml/2006/main" noGrp="1"/>
          </p:cNvSpPr>
          <p:nvPr/>
        </p:nvSpPr>
        <p:spPr>
          <a:xfrm xmlns:a="http://schemas.openxmlformats.org/drawingml/2006/main">
            <a:off x="4505325" y="53149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22238"/>
                </a:solidFill>
                <a:latin typeface="Aptos"/>
                <a:ea typeface="Aptos"/>
                <a:cs typeface="Aptos"/>
              </a:defRPr>
            </a:defPPr>
          </a:lstStyle>
          <a:p xmlns:a="http://schemas.openxmlformats.org/drawingml/2006/main">
            <a:pPr algn="l">
              <a:buNone/>
              <a:defRPr sz="1275" b="0">
                <a:solidFill>
                  <a:srgbClr val="122238"/>
                </a:solidFill>
                <a:latin typeface="Aptos"/>
                <a:ea typeface="Aptos"/>
                <a:cs typeface="Aptos"/>
              </a:defRPr>
            </a:pPr>
            <a:r>
              <a:rPr sz="1275" b="0">
                <a:solidFill>
                  <a:srgbClr val="122238"/>
                </a:solidFill>
                <a:latin typeface="Aptos"/>
                <a:ea typeface="Aptos"/>
                <a:cs typeface="Aptos"/>
              </a:rPr>
              <a:t>Gini  ·  sqrt features  ·  bootstrap  ·  seed 42</a:t>
            </a:r>
          </a:p>
        </p:txBody>
      </p:sp>
      <p:sp>
        <p:nvSpPr>
          <p:cNvPr id="26" name="">
            <a:extLst xmlns:a="http://schemas.openxmlformats.org/drawingml/2006/main">
              <a:ext uri="{FF2B5EF4-FFF2-40B4-BE49-F238E27FC236}">
                <a16:creationId xmlns:a16="http://schemas.microsoft.com/office/drawing/2014/main" id="{66CA0063-6C61-4A9E-A72F-D57F2A85420A}"/>
              </a:ext>
            </a:extLst>
          </p:cNvPr>
          <p:cNvSpPr>
            <a:spLocks xmlns:a="http://schemas.openxmlformats.org/drawingml/2006/main" noGrp="1"/>
          </p:cNvSpPr>
          <p:nvPr/>
        </p:nvSpPr>
        <p:spPr>
          <a:xfrm xmlns:a="http://schemas.openxmlformats.org/drawingml/2006/main">
            <a:off x="8058150" y="50673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SELECTION</a:t>
            </a:r>
          </a:p>
        </p:txBody>
      </p:sp>
      <p:sp>
        <p:nvSpPr>
          <p:cNvPr id="27" name="">
            <a:extLst xmlns:a="http://schemas.openxmlformats.org/drawingml/2006/main">
              <a:ext uri="{FF2B5EF4-FFF2-40B4-BE49-F238E27FC236}">
                <a16:creationId xmlns:a16="http://schemas.microsoft.com/office/drawing/2014/main" id="{958512A9-B62B-42D9-B4B7-98C3A574CD67}"/>
              </a:ext>
            </a:extLst>
          </p:cNvPr>
          <p:cNvSpPr>
            <a:spLocks xmlns:a="http://schemas.openxmlformats.org/drawingml/2006/main" noGrp="1"/>
          </p:cNvSpPr>
          <p:nvPr/>
        </p:nvSpPr>
        <p:spPr>
          <a:xfrm xmlns:a="http://schemas.openxmlformats.org/drawingml/2006/main">
            <a:off x="8058150" y="53149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22238"/>
                </a:solidFill>
                <a:latin typeface="Aptos"/>
                <a:ea typeface="Aptos"/>
                <a:cs typeface="Aptos"/>
              </a:defRPr>
            </a:defPPr>
          </a:lstStyle>
          <a:p xmlns:a="http://schemas.openxmlformats.org/drawingml/2006/main">
            <a:pPr algn="l">
              <a:buNone/>
              <a:defRPr sz="1275" b="0">
                <a:solidFill>
                  <a:srgbClr val="122238"/>
                </a:solidFill>
                <a:latin typeface="Aptos"/>
                <a:ea typeface="Aptos"/>
                <a:cs typeface="Aptos"/>
              </a:defRPr>
            </a:pPr>
            <a:r>
              <a:rPr sz="1275" b="0">
                <a:solidFill>
                  <a:srgbClr val="122238"/>
                </a:solidFill>
                <a:latin typeface="Aptos"/>
                <a:ea typeface="Aptos"/>
                <a:cs typeface="Aptos"/>
              </a:rPr>
              <a:t>Mean inner accuracy; deterministic tie order</a:t>
            </a:r>
          </a:p>
        </p:txBody>
      </p:sp>
      <p:sp>
        <p:nvSpPr>
          <p:cNvPr id="28" name="">
            <a:extLst xmlns:a="http://schemas.openxmlformats.org/drawingml/2006/main">
              <a:ext uri="{FF2B5EF4-FFF2-40B4-BE49-F238E27FC236}">
                <a16:creationId xmlns:a16="http://schemas.microsoft.com/office/drawing/2014/main" id="{5A964482-471C-4902-B79A-F4ADD6792C0C}"/>
              </a:ext>
            </a:extLst>
          </p:cNvPr>
          <p:cNvSpPr>
            <a:spLocks xmlns:a="http://schemas.openxmlformats.org/drawingml/2006/main" noGrp="1"/>
          </p:cNvSpPr>
          <p:nvPr/>
        </p:nvSpPr>
        <p:spPr>
          <a:xfrm xmlns:a="http://schemas.openxmlformats.org/drawingml/2006/main">
            <a:off x="1114425" y="5905500"/>
            <a:ext cx="995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607286"/>
                </a:solidFill>
                <a:latin typeface="Aptos"/>
                <a:ea typeface="Aptos"/>
                <a:cs typeface="Aptos"/>
              </a:defRPr>
            </a:defPPr>
          </a:lstStyle>
          <a:p xmlns:a="http://schemas.openxmlformats.org/drawingml/2006/main">
            <a:pPr algn="ctr">
              <a:buNone/>
              <a:defRPr sz="1125" b="0">
                <a:solidFill>
                  <a:srgbClr val="607286"/>
                </a:solidFill>
                <a:latin typeface="Aptos"/>
                <a:ea typeface="Aptos"/>
                <a:cs typeface="Aptos"/>
              </a:defRPr>
            </a:pPr>
            <a:r>
              <a:rPr sz="1125" b="0">
                <a:solidFill>
                  <a:srgbClr val="607286"/>
                </a:solidFill>
                <a:latin typeface="Aptos"/>
                <a:ea typeface="Aptos"/>
                <a:cs typeface="Aptos"/>
              </a:rPr>
              <a:t>Reported variability is population SD over ten fold-averaged repeat means; it is descriptive.</a:t>
            </a:r>
          </a:p>
        </p:txBody>
      </p:sp>
    </p:spTree>
    <p:extLst>
      <p:ext uri="{BB962C8B-B14F-4D97-AF65-F5344CB8AC3E}">
        <p14:creationId xmlns:p14="http://schemas.microsoft.com/office/powerpoint/2010/main" val="1985899305"/>
      </p:ext>
    </p:extLst>
  </p:cSld>
</p:sld>
</file>

<file path=ppt/slides/slide1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7E8134D8-B187-4FCD-9136-6CEDDA519BE0}"/>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MUTAG: WL leads; cycles recover part of the persistence gap</a:t>
            </a:r>
          </a:p>
        </p:txBody>
      </p:sp>
      <p:sp>
        <p:nvSpPr>
          <p:cNvPr id="2" name="">
            <a:extLst xmlns:a="http://schemas.openxmlformats.org/drawingml/2006/main">
              <a:ext uri="{FF2B5EF4-FFF2-40B4-BE49-F238E27FC236}">
                <a16:creationId xmlns:a16="http://schemas.microsoft.com/office/drawing/2014/main" id="{07A049A6-7E1B-4340-90B2-0770736F3B61}"/>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Mean ± SD across ten repeat-level estimates, in percent</a:t>
            </a:r>
          </a:p>
        </p:txBody>
      </p:sp>
      <p:sp>
        <p:nvSpPr>
          <p:cNvPr id="3" name="">
            <a:extLst xmlns:a="http://schemas.openxmlformats.org/drawingml/2006/main">
              <a:ext uri="{FF2B5EF4-FFF2-40B4-BE49-F238E27FC236}">
                <a16:creationId xmlns:a16="http://schemas.microsoft.com/office/drawing/2014/main" id="{2B2ECD04-56CE-470B-8714-4C00E6ACEB6D}"/>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81729D-ED8F-46C8-87F6-50B65201E62E}"/>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RESULTS</a:t>
            </a:r>
          </a:p>
        </p:txBody>
      </p:sp>
      <p:sp>
        <p:nvSpPr>
          <p:cNvPr id="5" name="">
            <a:extLst xmlns:a="http://schemas.openxmlformats.org/drawingml/2006/main">
              <a:ext uri="{FF2B5EF4-FFF2-40B4-BE49-F238E27FC236}">
                <a16:creationId xmlns:a16="http://schemas.microsoft.com/office/drawing/2014/main" id="{116BF73F-D7AE-4625-B2A1-D76363DBD63E}"/>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9EDEE7B8-FE21-4BEC-A3DA-4105745A35D1}"/>
              </a:ext>
            </a:extLst>
          </p:cNvPr>
          <p:cNvSpPr>
            <a:spLocks xmlns:a="http://schemas.openxmlformats.org/drawingml/2006/main" noGrp="1"/>
          </p:cNvSpPr>
          <p:nvPr/>
        </p:nvSpPr>
        <p:spPr>
          <a:xfrm xmlns:a="http://schemas.openxmlformats.org/drawingml/2006/main">
            <a:off x="619125" y="1352550"/>
            <a:ext cx="2571750" cy="371475"/>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7" name="">
            <a:extLst xmlns:a="http://schemas.openxmlformats.org/drawingml/2006/main">
              <a:ext uri="{FF2B5EF4-FFF2-40B4-BE49-F238E27FC236}">
                <a16:creationId xmlns:a16="http://schemas.microsoft.com/office/drawing/2014/main" id="{4E9C2080-86C5-41CD-A846-98F1DE58A64A}"/>
              </a:ext>
            </a:extLst>
          </p:cNvPr>
          <p:cNvSpPr>
            <a:spLocks xmlns:a="http://schemas.openxmlformats.org/drawingml/2006/main" noGrp="1"/>
          </p:cNvSpPr>
          <p:nvPr/>
        </p:nvSpPr>
        <p:spPr>
          <a:xfrm xmlns:a="http://schemas.openxmlformats.org/drawingml/2006/main">
            <a:off x="714375" y="13716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FFFFF"/>
                </a:solidFill>
                <a:latin typeface="Aptos"/>
                <a:ea typeface="Aptos"/>
                <a:cs typeface="Aptos"/>
              </a:defRPr>
            </a:defPPr>
          </a:lstStyle>
          <a:p xmlns:a="http://schemas.openxmlformats.org/drawingml/2006/main">
            <a:pPr algn="l">
              <a:buNone/>
              <a:defRPr sz="1200" b="1">
                <a:solidFill>
                  <a:srgbClr val="FFFFFF"/>
                </a:solidFill>
                <a:latin typeface="Aptos"/>
                <a:ea typeface="Aptos"/>
                <a:cs typeface="Aptos"/>
              </a:defRPr>
            </a:pPr>
            <a:r>
              <a:rPr sz="1200" b="1">
                <a:solidFill>
                  <a:srgbClr val="FFFFFF"/>
                </a:solidFill>
                <a:latin typeface="Aptos"/>
                <a:ea typeface="Aptos"/>
                <a:cs typeface="Aptos"/>
              </a:rPr>
              <a:t>Method</a:t>
            </a:r>
          </a:p>
        </p:txBody>
      </p:sp>
      <p:sp>
        <p:nvSpPr>
          <p:cNvPr id="8" name="">
            <a:extLst xmlns:a="http://schemas.openxmlformats.org/drawingml/2006/main">
              <a:ext uri="{FF2B5EF4-FFF2-40B4-BE49-F238E27FC236}">
                <a16:creationId xmlns:a16="http://schemas.microsoft.com/office/drawing/2014/main" id="{2D5958E2-D323-4C50-88E5-64FBD40CCCFF}"/>
              </a:ext>
            </a:extLst>
          </p:cNvPr>
          <p:cNvSpPr>
            <a:spLocks xmlns:a="http://schemas.openxmlformats.org/drawingml/2006/main" noGrp="1"/>
          </p:cNvSpPr>
          <p:nvPr/>
        </p:nvSpPr>
        <p:spPr>
          <a:xfrm xmlns:a="http://schemas.openxmlformats.org/drawingml/2006/main">
            <a:off x="3190875" y="1352550"/>
            <a:ext cx="4191000" cy="371475"/>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9" name="">
            <a:extLst xmlns:a="http://schemas.openxmlformats.org/drawingml/2006/main">
              <a:ext uri="{FF2B5EF4-FFF2-40B4-BE49-F238E27FC236}">
                <a16:creationId xmlns:a16="http://schemas.microsoft.com/office/drawing/2014/main" id="{8BA6252F-4E44-4A52-BB10-5DCC73DA2C15}"/>
              </a:ext>
            </a:extLst>
          </p:cNvPr>
          <p:cNvSpPr>
            <a:spLocks xmlns:a="http://schemas.openxmlformats.org/drawingml/2006/main" noGrp="1"/>
          </p:cNvSpPr>
          <p:nvPr/>
        </p:nvSpPr>
        <p:spPr>
          <a:xfrm xmlns:a="http://schemas.openxmlformats.org/drawingml/2006/main">
            <a:off x="3286125" y="13716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Accuracy (%)</a:t>
            </a:r>
          </a:p>
        </p:txBody>
      </p:sp>
      <p:sp>
        <p:nvSpPr>
          <p:cNvPr id="10" name="">
            <a:extLst xmlns:a="http://schemas.openxmlformats.org/drawingml/2006/main">
              <a:ext uri="{FF2B5EF4-FFF2-40B4-BE49-F238E27FC236}">
                <a16:creationId xmlns:a16="http://schemas.microsoft.com/office/drawing/2014/main" id="{209B5D6E-C6C6-46AD-A4E5-C91C42403685}"/>
              </a:ext>
            </a:extLst>
          </p:cNvPr>
          <p:cNvSpPr>
            <a:spLocks xmlns:a="http://schemas.openxmlformats.org/drawingml/2006/main" noGrp="1"/>
          </p:cNvSpPr>
          <p:nvPr/>
        </p:nvSpPr>
        <p:spPr>
          <a:xfrm xmlns:a="http://schemas.openxmlformats.org/drawingml/2006/main">
            <a:off x="7381875" y="1352550"/>
            <a:ext cx="4191000" cy="371475"/>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11" name="">
            <a:extLst xmlns:a="http://schemas.openxmlformats.org/drawingml/2006/main">
              <a:ext uri="{FF2B5EF4-FFF2-40B4-BE49-F238E27FC236}">
                <a16:creationId xmlns:a16="http://schemas.microsoft.com/office/drawing/2014/main" id="{0EA2A5CB-BA7B-4E9D-A648-18000A6C38FD}"/>
              </a:ext>
            </a:extLst>
          </p:cNvPr>
          <p:cNvSpPr>
            <a:spLocks xmlns:a="http://schemas.openxmlformats.org/drawingml/2006/main" noGrp="1"/>
          </p:cNvSpPr>
          <p:nvPr/>
        </p:nvSpPr>
        <p:spPr>
          <a:xfrm xmlns:a="http://schemas.openxmlformats.org/drawingml/2006/main">
            <a:off x="7477125" y="13716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Macro-F1 (%)</a:t>
            </a:r>
          </a:p>
        </p:txBody>
      </p:sp>
      <p:sp>
        <p:nvSpPr>
          <p:cNvPr id="12" name="">
            <a:extLst xmlns:a="http://schemas.openxmlformats.org/drawingml/2006/main">
              <a:ext uri="{FF2B5EF4-FFF2-40B4-BE49-F238E27FC236}">
                <a16:creationId xmlns:a16="http://schemas.microsoft.com/office/drawing/2014/main" id="{E5ADA1E3-FF13-44BF-9E65-B7890C9E4B01}"/>
              </a:ext>
            </a:extLst>
          </p:cNvPr>
          <p:cNvSpPr>
            <a:spLocks xmlns:a="http://schemas.openxmlformats.org/drawingml/2006/main" noGrp="1"/>
          </p:cNvSpPr>
          <p:nvPr/>
        </p:nvSpPr>
        <p:spPr>
          <a:xfrm xmlns:a="http://schemas.openxmlformats.org/drawingml/2006/main">
            <a:off x="619125" y="1724025"/>
            <a:ext cx="2571750" cy="3238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13" name="">
            <a:extLst xmlns:a="http://schemas.openxmlformats.org/drawingml/2006/main">
              <a:ext uri="{FF2B5EF4-FFF2-40B4-BE49-F238E27FC236}">
                <a16:creationId xmlns:a16="http://schemas.microsoft.com/office/drawing/2014/main" id="{A3499BB7-1EBB-4B93-AF03-FFDA2EA61701}"/>
              </a:ext>
            </a:extLst>
          </p:cNvPr>
          <p:cNvSpPr>
            <a:spLocks xmlns:a="http://schemas.openxmlformats.org/drawingml/2006/main" noGrp="1"/>
          </p:cNvSpPr>
          <p:nvPr/>
        </p:nvSpPr>
        <p:spPr>
          <a:xfrm xmlns:a="http://schemas.openxmlformats.org/drawingml/2006/main">
            <a:off x="714375" y="17430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WL</a:t>
            </a:r>
          </a:p>
        </p:txBody>
      </p:sp>
      <p:sp>
        <p:nvSpPr>
          <p:cNvPr id="14" name="">
            <a:extLst xmlns:a="http://schemas.openxmlformats.org/drawingml/2006/main">
              <a:ext uri="{FF2B5EF4-FFF2-40B4-BE49-F238E27FC236}">
                <a16:creationId xmlns:a16="http://schemas.microsoft.com/office/drawing/2014/main" id="{0BC7A09A-3EE8-455E-B691-6C2DBD323DCE}"/>
              </a:ext>
            </a:extLst>
          </p:cNvPr>
          <p:cNvSpPr>
            <a:spLocks xmlns:a="http://schemas.openxmlformats.org/drawingml/2006/main" noGrp="1"/>
          </p:cNvSpPr>
          <p:nvPr/>
        </p:nvSpPr>
        <p:spPr>
          <a:xfrm xmlns:a="http://schemas.openxmlformats.org/drawingml/2006/main">
            <a:off x="3190875" y="1724025"/>
            <a:ext cx="4191000" cy="3238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15" name="">
            <a:extLst xmlns:a="http://schemas.openxmlformats.org/drawingml/2006/main">
              <a:ext uri="{FF2B5EF4-FFF2-40B4-BE49-F238E27FC236}">
                <a16:creationId xmlns:a16="http://schemas.microsoft.com/office/drawing/2014/main" id="{4635E4A6-44A4-42C8-99E5-FC654E93F606}"/>
              </a:ext>
            </a:extLst>
          </p:cNvPr>
          <p:cNvSpPr>
            <a:spLocks xmlns:a="http://schemas.openxmlformats.org/drawingml/2006/main" noGrp="1"/>
          </p:cNvSpPr>
          <p:nvPr/>
        </p:nvSpPr>
        <p:spPr>
          <a:xfrm xmlns:a="http://schemas.openxmlformats.org/drawingml/2006/main">
            <a:off x="3286125" y="17430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88.19 ± 1.23</a:t>
            </a:r>
          </a:p>
        </p:txBody>
      </p:sp>
      <p:sp>
        <p:nvSpPr>
          <p:cNvPr id="16" name="">
            <a:extLst xmlns:a="http://schemas.openxmlformats.org/drawingml/2006/main">
              <a:ext uri="{FF2B5EF4-FFF2-40B4-BE49-F238E27FC236}">
                <a16:creationId xmlns:a16="http://schemas.microsoft.com/office/drawing/2014/main" id="{8FD75552-4AC9-4C17-B2C8-2573CB6853C0}"/>
              </a:ext>
            </a:extLst>
          </p:cNvPr>
          <p:cNvSpPr>
            <a:spLocks xmlns:a="http://schemas.openxmlformats.org/drawingml/2006/main" noGrp="1"/>
          </p:cNvSpPr>
          <p:nvPr/>
        </p:nvSpPr>
        <p:spPr>
          <a:xfrm xmlns:a="http://schemas.openxmlformats.org/drawingml/2006/main">
            <a:off x="7381875" y="1724025"/>
            <a:ext cx="4191000" cy="3238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17" name="">
            <a:extLst xmlns:a="http://schemas.openxmlformats.org/drawingml/2006/main">
              <a:ext uri="{FF2B5EF4-FFF2-40B4-BE49-F238E27FC236}">
                <a16:creationId xmlns:a16="http://schemas.microsoft.com/office/drawing/2014/main" id="{589803C5-2235-49E7-8A37-390015AA92AC}"/>
              </a:ext>
            </a:extLst>
          </p:cNvPr>
          <p:cNvSpPr>
            <a:spLocks xmlns:a="http://schemas.openxmlformats.org/drawingml/2006/main" noGrp="1"/>
          </p:cNvSpPr>
          <p:nvPr/>
        </p:nvSpPr>
        <p:spPr>
          <a:xfrm xmlns:a="http://schemas.openxmlformats.org/drawingml/2006/main">
            <a:off x="7477125" y="17430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86.70 ± 1.46</a:t>
            </a:r>
          </a:p>
        </p:txBody>
      </p:sp>
      <p:sp>
        <p:nvSpPr>
          <p:cNvPr id="18" name="">
            <a:extLst xmlns:a="http://schemas.openxmlformats.org/drawingml/2006/main">
              <a:ext uri="{FF2B5EF4-FFF2-40B4-BE49-F238E27FC236}">
                <a16:creationId xmlns:a16="http://schemas.microsoft.com/office/drawing/2014/main" id="{FA6F66B5-F86F-4EDB-B2E8-291F45BFC6CE}"/>
              </a:ext>
            </a:extLst>
          </p:cNvPr>
          <p:cNvSpPr>
            <a:spLocks xmlns:a="http://schemas.openxmlformats.org/drawingml/2006/main" noGrp="1"/>
          </p:cNvSpPr>
          <p:nvPr/>
        </p:nvSpPr>
        <p:spPr>
          <a:xfrm xmlns:a="http://schemas.openxmlformats.org/drawingml/2006/main">
            <a:off x="619125" y="204787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19" name="">
            <a:extLst xmlns:a="http://schemas.openxmlformats.org/drawingml/2006/main">
              <a:ext uri="{FF2B5EF4-FFF2-40B4-BE49-F238E27FC236}">
                <a16:creationId xmlns:a16="http://schemas.microsoft.com/office/drawing/2014/main" id="{13D113A3-B921-42F6-AE5D-C05B132A543F}"/>
              </a:ext>
            </a:extLst>
          </p:cNvPr>
          <p:cNvSpPr>
            <a:spLocks xmlns:a="http://schemas.openxmlformats.org/drawingml/2006/main" noGrp="1"/>
          </p:cNvSpPr>
          <p:nvPr/>
        </p:nvSpPr>
        <p:spPr>
          <a:xfrm xmlns:a="http://schemas.openxmlformats.org/drawingml/2006/main">
            <a:off x="714375" y="20669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P-WL</a:t>
            </a:r>
          </a:p>
        </p:txBody>
      </p:sp>
      <p:sp>
        <p:nvSpPr>
          <p:cNvPr id="20" name="">
            <a:extLst xmlns:a="http://schemas.openxmlformats.org/drawingml/2006/main">
              <a:ext uri="{FF2B5EF4-FFF2-40B4-BE49-F238E27FC236}">
                <a16:creationId xmlns:a16="http://schemas.microsoft.com/office/drawing/2014/main" id="{CA1C6549-CD8E-41D4-8980-2744A99AE6A3}"/>
              </a:ext>
            </a:extLst>
          </p:cNvPr>
          <p:cNvSpPr>
            <a:spLocks xmlns:a="http://schemas.openxmlformats.org/drawingml/2006/main" noGrp="1"/>
          </p:cNvSpPr>
          <p:nvPr/>
        </p:nvSpPr>
        <p:spPr>
          <a:xfrm xmlns:a="http://schemas.openxmlformats.org/drawingml/2006/main">
            <a:off x="3190875" y="2047875"/>
            <a:ext cx="4191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1" name="">
            <a:extLst xmlns:a="http://schemas.openxmlformats.org/drawingml/2006/main">
              <a:ext uri="{FF2B5EF4-FFF2-40B4-BE49-F238E27FC236}">
                <a16:creationId xmlns:a16="http://schemas.microsoft.com/office/drawing/2014/main" id="{C552B347-D1F9-40F1-BF38-8954AF647554}"/>
              </a:ext>
            </a:extLst>
          </p:cNvPr>
          <p:cNvSpPr>
            <a:spLocks xmlns:a="http://schemas.openxmlformats.org/drawingml/2006/main" noGrp="1"/>
          </p:cNvSpPr>
          <p:nvPr/>
        </p:nvSpPr>
        <p:spPr>
          <a:xfrm xmlns:a="http://schemas.openxmlformats.org/drawingml/2006/main">
            <a:off x="3286125" y="20669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86.17 ± 1.20</a:t>
            </a:r>
          </a:p>
        </p:txBody>
      </p:sp>
      <p:sp>
        <p:nvSpPr>
          <p:cNvPr id="22" name="">
            <a:extLst xmlns:a="http://schemas.openxmlformats.org/drawingml/2006/main">
              <a:ext uri="{FF2B5EF4-FFF2-40B4-BE49-F238E27FC236}">
                <a16:creationId xmlns:a16="http://schemas.microsoft.com/office/drawing/2014/main" id="{CE174579-CCE8-438F-AE08-A2410EBD84BC}"/>
              </a:ext>
            </a:extLst>
          </p:cNvPr>
          <p:cNvSpPr>
            <a:spLocks xmlns:a="http://schemas.openxmlformats.org/drawingml/2006/main" noGrp="1"/>
          </p:cNvSpPr>
          <p:nvPr/>
        </p:nvSpPr>
        <p:spPr>
          <a:xfrm xmlns:a="http://schemas.openxmlformats.org/drawingml/2006/main">
            <a:off x="7381875" y="2047875"/>
            <a:ext cx="4191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3" name="">
            <a:extLst xmlns:a="http://schemas.openxmlformats.org/drawingml/2006/main">
              <a:ext uri="{FF2B5EF4-FFF2-40B4-BE49-F238E27FC236}">
                <a16:creationId xmlns:a16="http://schemas.microsoft.com/office/drawing/2014/main" id="{448F09EB-17F8-4ABE-BF8F-23C8812B3403}"/>
              </a:ext>
            </a:extLst>
          </p:cNvPr>
          <p:cNvSpPr>
            <a:spLocks xmlns:a="http://schemas.openxmlformats.org/drawingml/2006/main" noGrp="1"/>
          </p:cNvSpPr>
          <p:nvPr/>
        </p:nvSpPr>
        <p:spPr>
          <a:xfrm xmlns:a="http://schemas.openxmlformats.org/drawingml/2006/main">
            <a:off x="7477125" y="20669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84.25 ± 1.36</a:t>
            </a:r>
          </a:p>
        </p:txBody>
      </p:sp>
      <p:sp>
        <p:nvSpPr>
          <p:cNvPr id="24" name="">
            <a:extLst xmlns:a="http://schemas.openxmlformats.org/drawingml/2006/main">
              <a:ext uri="{FF2B5EF4-FFF2-40B4-BE49-F238E27FC236}">
                <a16:creationId xmlns:a16="http://schemas.microsoft.com/office/drawing/2014/main" id="{97B6421F-F7D2-4AC6-A9CE-16F6A20C6A95}"/>
              </a:ext>
            </a:extLst>
          </p:cNvPr>
          <p:cNvSpPr>
            <a:spLocks xmlns:a="http://schemas.openxmlformats.org/drawingml/2006/main" noGrp="1"/>
          </p:cNvSpPr>
          <p:nvPr/>
        </p:nvSpPr>
        <p:spPr>
          <a:xfrm xmlns:a="http://schemas.openxmlformats.org/drawingml/2006/main">
            <a:off x="619125" y="2371725"/>
            <a:ext cx="2571750" cy="3238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25" name="">
            <a:extLst xmlns:a="http://schemas.openxmlformats.org/drawingml/2006/main">
              <a:ext uri="{FF2B5EF4-FFF2-40B4-BE49-F238E27FC236}">
                <a16:creationId xmlns:a16="http://schemas.microsoft.com/office/drawing/2014/main" id="{DED85658-91FD-49B0-B27F-19AC1D54E8CD}"/>
              </a:ext>
            </a:extLst>
          </p:cNvPr>
          <p:cNvSpPr>
            <a:spLocks xmlns:a="http://schemas.openxmlformats.org/drawingml/2006/main" noGrp="1"/>
          </p:cNvSpPr>
          <p:nvPr/>
        </p:nvSpPr>
        <p:spPr>
          <a:xfrm xmlns:a="http://schemas.openxmlformats.org/drawingml/2006/main">
            <a:off x="714375" y="23907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P-WL-C</a:t>
            </a:r>
          </a:p>
        </p:txBody>
      </p:sp>
      <p:sp>
        <p:nvSpPr>
          <p:cNvPr id="26" name="">
            <a:extLst xmlns:a="http://schemas.openxmlformats.org/drawingml/2006/main">
              <a:ext uri="{FF2B5EF4-FFF2-40B4-BE49-F238E27FC236}">
                <a16:creationId xmlns:a16="http://schemas.microsoft.com/office/drawing/2014/main" id="{59EA7DFE-62DA-4D7A-A544-9E7143DDD772}"/>
              </a:ext>
            </a:extLst>
          </p:cNvPr>
          <p:cNvSpPr>
            <a:spLocks xmlns:a="http://schemas.openxmlformats.org/drawingml/2006/main" noGrp="1"/>
          </p:cNvSpPr>
          <p:nvPr/>
        </p:nvSpPr>
        <p:spPr>
          <a:xfrm xmlns:a="http://schemas.openxmlformats.org/drawingml/2006/main">
            <a:off x="3190875" y="2371725"/>
            <a:ext cx="4191000" cy="3238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27" name="">
            <a:extLst xmlns:a="http://schemas.openxmlformats.org/drawingml/2006/main">
              <a:ext uri="{FF2B5EF4-FFF2-40B4-BE49-F238E27FC236}">
                <a16:creationId xmlns:a16="http://schemas.microsoft.com/office/drawing/2014/main" id="{E7FD5658-4A0C-42DA-9EFB-7C5CE53A4277}"/>
              </a:ext>
            </a:extLst>
          </p:cNvPr>
          <p:cNvSpPr>
            <a:spLocks xmlns:a="http://schemas.openxmlformats.org/drawingml/2006/main" noGrp="1"/>
          </p:cNvSpPr>
          <p:nvPr/>
        </p:nvSpPr>
        <p:spPr>
          <a:xfrm xmlns:a="http://schemas.openxmlformats.org/drawingml/2006/main">
            <a:off x="3286125" y="23907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87.77 ± 1.37</a:t>
            </a:r>
          </a:p>
        </p:txBody>
      </p:sp>
      <p:sp>
        <p:nvSpPr>
          <p:cNvPr id="28" name="">
            <a:extLst xmlns:a="http://schemas.openxmlformats.org/drawingml/2006/main">
              <a:ext uri="{FF2B5EF4-FFF2-40B4-BE49-F238E27FC236}">
                <a16:creationId xmlns:a16="http://schemas.microsoft.com/office/drawing/2014/main" id="{F8355A50-BA4D-4ED4-BF8C-1E0098D746D0}"/>
              </a:ext>
            </a:extLst>
          </p:cNvPr>
          <p:cNvSpPr>
            <a:spLocks xmlns:a="http://schemas.openxmlformats.org/drawingml/2006/main" noGrp="1"/>
          </p:cNvSpPr>
          <p:nvPr/>
        </p:nvSpPr>
        <p:spPr>
          <a:xfrm xmlns:a="http://schemas.openxmlformats.org/drawingml/2006/main">
            <a:off x="7381875" y="2371725"/>
            <a:ext cx="4191000" cy="3238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29" name="">
            <a:extLst xmlns:a="http://schemas.openxmlformats.org/drawingml/2006/main">
              <a:ext uri="{FF2B5EF4-FFF2-40B4-BE49-F238E27FC236}">
                <a16:creationId xmlns:a16="http://schemas.microsoft.com/office/drawing/2014/main" id="{5E667DC8-3E5E-403C-A560-A2A3CCC1D72E}"/>
              </a:ext>
            </a:extLst>
          </p:cNvPr>
          <p:cNvSpPr>
            <a:spLocks xmlns:a="http://schemas.openxmlformats.org/drawingml/2006/main" noGrp="1"/>
          </p:cNvSpPr>
          <p:nvPr/>
        </p:nvSpPr>
        <p:spPr>
          <a:xfrm xmlns:a="http://schemas.openxmlformats.org/drawingml/2006/main">
            <a:off x="7477125" y="23907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86.28 ± 1.47</a:t>
            </a:r>
          </a:p>
        </p:txBody>
      </p:sp>
      <p:sp>
        <p:nvSpPr>
          <p:cNvPr id="30" name="">
            <a:extLst xmlns:a="http://schemas.openxmlformats.org/drawingml/2006/main">
              <a:ext uri="{FF2B5EF4-FFF2-40B4-BE49-F238E27FC236}">
                <a16:creationId xmlns:a16="http://schemas.microsoft.com/office/drawing/2014/main" id="{C72AA097-60C4-4EB6-9CD2-A8E9D2FC1238}"/>
              </a:ext>
            </a:extLst>
          </p:cNvPr>
          <p:cNvSpPr>
            <a:spLocks xmlns:a="http://schemas.openxmlformats.org/drawingml/2006/main" noGrp="1"/>
          </p:cNvSpPr>
          <p:nvPr/>
        </p:nvSpPr>
        <p:spPr>
          <a:xfrm xmlns:a="http://schemas.openxmlformats.org/drawingml/2006/main">
            <a:off x="619125" y="269557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31" name="">
            <a:extLst xmlns:a="http://schemas.openxmlformats.org/drawingml/2006/main">
              <a:ext uri="{FF2B5EF4-FFF2-40B4-BE49-F238E27FC236}">
                <a16:creationId xmlns:a16="http://schemas.microsoft.com/office/drawing/2014/main" id="{516054A8-9BC0-47C3-8AD7-DD6D5D14C0D7}"/>
              </a:ext>
            </a:extLst>
          </p:cNvPr>
          <p:cNvSpPr>
            <a:spLocks xmlns:a="http://schemas.openxmlformats.org/drawingml/2006/main" noGrp="1"/>
          </p:cNvSpPr>
          <p:nvPr/>
        </p:nvSpPr>
        <p:spPr>
          <a:xfrm xmlns:a="http://schemas.openxmlformats.org/drawingml/2006/main">
            <a:off x="714375" y="27146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λ-selected</a:t>
            </a:r>
          </a:p>
        </p:txBody>
      </p:sp>
      <p:sp>
        <p:nvSpPr>
          <p:cNvPr id="32" name="">
            <a:extLst xmlns:a="http://schemas.openxmlformats.org/drawingml/2006/main">
              <a:ext uri="{FF2B5EF4-FFF2-40B4-BE49-F238E27FC236}">
                <a16:creationId xmlns:a16="http://schemas.microsoft.com/office/drawing/2014/main" id="{A954C2FD-01AA-4745-9137-AAAF601A9380}"/>
              </a:ext>
            </a:extLst>
          </p:cNvPr>
          <p:cNvSpPr>
            <a:spLocks xmlns:a="http://schemas.openxmlformats.org/drawingml/2006/main" noGrp="1"/>
          </p:cNvSpPr>
          <p:nvPr/>
        </p:nvSpPr>
        <p:spPr>
          <a:xfrm xmlns:a="http://schemas.openxmlformats.org/drawingml/2006/main">
            <a:off x="3190875" y="2695575"/>
            <a:ext cx="4191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33" name="">
            <a:extLst xmlns:a="http://schemas.openxmlformats.org/drawingml/2006/main">
              <a:ext uri="{FF2B5EF4-FFF2-40B4-BE49-F238E27FC236}">
                <a16:creationId xmlns:a16="http://schemas.microsoft.com/office/drawing/2014/main" id="{841F2DF1-17D1-4B19-AB94-14B5DE64E04C}"/>
              </a:ext>
            </a:extLst>
          </p:cNvPr>
          <p:cNvSpPr>
            <a:spLocks xmlns:a="http://schemas.openxmlformats.org/drawingml/2006/main" noGrp="1"/>
          </p:cNvSpPr>
          <p:nvPr/>
        </p:nvSpPr>
        <p:spPr>
          <a:xfrm xmlns:a="http://schemas.openxmlformats.org/drawingml/2006/main">
            <a:off x="3286125" y="2714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87.77 ± 1.26</a:t>
            </a:r>
          </a:p>
        </p:txBody>
      </p:sp>
      <p:sp>
        <p:nvSpPr>
          <p:cNvPr id="34" name="">
            <a:extLst xmlns:a="http://schemas.openxmlformats.org/drawingml/2006/main">
              <a:ext uri="{FF2B5EF4-FFF2-40B4-BE49-F238E27FC236}">
                <a16:creationId xmlns:a16="http://schemas.microsoft.com/office/drawing/2014/main" id="{7EEE3AB7-C88D-4D89-B1F1-918E5CB484C9}"/>
              </a:ext>
            </a:extLst>
          </p:cNvPr>
          <p:cNvSpPr>
            <a:spLocks xmlns:a="http://schemas.openxmlformats.org/drawingml/2006/main" noGrp="1"/>
          </p:cNvSpPr>
          <p:nvPr/>
        </p:nvSpPr>
        <p:spPr>
          <a:xfrm xmlns:a="http://schemas.openxmlformats.org/drawingml/2006/main">
            <a:off x="7381875" y="2695575"/>
            <a:ext cx="4191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35" name="">
            <a:extLst xmlns:a="http://schemas.openxmlformats.org/drawingml/2006/main">
              <a:ext uri="{FF2B5EF4-FFF2-40B4-BE49-F238E27FC236}">
                <a16:creationId xmlns:a16="http://schemas.microsoft.com/office/drawing/2014/main" id="{76912FD8-F0F2-4C72-94CB-C3BE5D663924}"/>
              </a:ext>
            </a:extLst>
          </p:cNvPr>
          <p:cNvSpPr>
            <a:spLocks xmlns:a="http://schemas.openxmlformats.org/drawingml/2006/main" noGrp="1"/>
          </p:cNvSpPr>
          <p:nvPr/>
        </p:nvSpPr>
        <p:spPr>
          <a:xfrm xmlns:a="http://schemas.openxmlformats.org/drawingml/2006/main">
            <a:off x="7477125" y="2714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86.28 ± 1.35</a:t>
            </a:r>
          </a:p>
        </p:txBody>
      </p:sp>
      <p:sp>
        <p:nvSpPr>
          <p:cNvPr id="36" name="">
            <a:extLst xmlns:a="http://schemas.openxmlformats.org/drawingml/2006/main">
              <a:ext uri="{FF2B5EF4-FFF2-40B4-BE49-F238E27FC236}">
                <a16:creationId xmlns:a16="http://schemas.microsoft.com/office/drawing/2014/main" id="{7DB76692-4841-4EFC-BA46-D4063BBEF247}"/>
              </a:ext>
            </a:extLst>
          </p:cNvPr>
          <p:cNvSpPr>
            <a:spLocks xmlns:a="http://schemas.openxmlformats.org/drawingml/2006/main" noGrp="1"/>
          </p:cNvSpPr>
          <p:nvPr/>
        </p:nvSpPr>
        <p:spPr>
          <a:xfrm xmlns:a="http://schemas.openxmlformats.org/drawingml/2006/main">
            <a:off x="619125" y="3019425"/>
            <a:ext cx="2571750" cy="3238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37" name="">
            <a:extLst xmlns:a="http://schemas.openxmlformats.org/drawingml/2006/main">
              <a:ext uri="{FF2B5EF4-FFF2-40B4-BE49-F238E27FC236}">
                <a16:creationId xmlns:a16="http://schemas.microsoft.com/office/drawing/2014/main" id="{08A0601C-C3C3-4081-8A91-A2B61C9DA68E}"/>
              </a:ext>
            </a:extLst>
          </p:cNvPr>
          <p:cNvSpPr>
            <a:spLocks xmlns:a="http://schemas.openxmlformats.org/drawingml/2006/main" noGrp="1"/>
          </p:cNvSpPr>
          <p:nvPr/>
        </p:nvSpPr>
        <p:spPr>
          <a:xfrm xmlns:a="http://schemas.openxmlformats.org/drawingml/2006/main">
            <a:off x="714375" y="30384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P-WL-C-Binary</a:t>
            </a:r>
          </a:p>
        </p:txBody>
      </p:sp>
      <p:sp>
        <p:nvSpPr>
          <p:cNvPr id="38" name="">
            <a:extLst xmlns:a="http://schemas.openxmlformats.org/drawingml/2006/main">
              <a:ext uri="{FF2B5EF4-FFF2-40B4-BE49-F238E27FC236}">
                <a16:creationId xmlns:a16="http://schemas.microsoft.com/office/drawing/2014/main" id="{D29FBBEA-AD00-4BEF-B54A-1AC8D2890DC5}"/>
              </a:ext>
            </a:extLst>
          </p:cNvPr>
          <p:cNvSpPr>
            <a:spLocks xmlns:a="http://schemas.openxmlformats.org/drawingml/2006/main" noGrp="1"/>
          </p:cNvSpPr>
          <p:nvPr/>
        </p:nvSpPr>
        <p:spPr>
          <a:xfrm xmlns:a="http://schemas.openxmlformats.org/drawingml/2006/main">
            <a:off x="3190875" y="3019425"/>
            <a:ext cx="4191000" cy="3238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39" name="">
            <a:extLst xmlns:a="http://schemas.openxmlformats.org/drawingml/2006/main">
              <a:ext uri="{FF2B5EF4-FFF2-40B4-BE49-F238E27FC236}">
                <a16:creationId xmlns:a16="http://schemas.microsoft.com/office/drawing/2014/main" id="{A7D56BEB-3C50-410D-9BD5-B9054D4FF07B}"/>
              </a:ext>
            </a:extLst>
          </p:cNvPr>
          <p:cNvSpPr>
            <a:spLocks xmlns:a="http://schemas.openxmlformats.org/drawingml/2006/main" noGrp="1"/>
          </p:cNvSpPr>
          <p:nvPr/>
        </p:nvSpPr>
        <p:spPr>
          <a:xfrm xmlns:a="http://schemas.openxmlformats.org/drawingml/2006/main">
            <a:off x="3286125" y="30384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86.06 ± 1.16</a:t>
            </a:r>
          </a:p>
        </p:txBody>
      </p:sp>
      <p:sp>
        <p:nvSpPr>
          <p:cNvPr id="40" name="">
            <a:extLst xmlns:a="http://schemas.openxmlformats.org/drawingml/2006/main">
              <a:ext uri="{FF2B5EF4-FFF2-40B4-BE49-F238E27FC236}">
                <a16:creationId xmlns:a16="http://schemas.microsoft.com/office/drawing/2014/main" id="{3847E98D-DA12-4B8A-97F7-6DCF4ECECF14}"/>
              </a:ext>
            </a:extLst>
          </p:cNvPr>
          <p:cNvSpPr>
            <a:spLocks xmlns:a="http://schemas.openxmlformats.org/drawingml/2006/main" noGrp="1"/>
          </p:cNvSpPr>
          <p:nvPr/>
        </p:nvSpPr>
        <p:spPr>
          <a:xfrm xmlns:a="http://schemas.openxmlformats.org/drawingml/2006/main">
            <a:off x="7381875" y="3019425"/>
            <a:ext cx="4191000" cy="323850"/>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41" name="">
            <a:extLst xmlns:a="http://schemas.openxmlformats.org/drawingml/2006/main">
              <a:ext uri="{FF2B5EF4-FFF2-40B4-BE49-F238E27FC236}">
                <a16:creationId xmlns:a16="http://schemas.microsoft.com/office/drawing/2014/main" id="{B60B6B0D-9AF6-4991-8BC6-69CD47CC2471}"/>
              </a:ext>
            </a:extLst>
          </p:cNvPr>
          <p:cNvSpPr>
            <a:spLocks xmlns:a="http://schemas.openxmlformats.org/drawingml/2006/main" noGrp="1"/>
          </p:cNvSpPr>
          <p:nvPr/>
        </p:nvSpPr>
        <p:spPr>
          <a:xfrm xmlns:a="http://schemas.openxmlformats.org/drawingml/2006/main">
            <a:off x="7477125" y="30384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84.30 ± 1.60</a:t>
            </a:r>
          </a:p>
        </p:txBody>
      </p:sp>
      <p:pic>
        <p:nvPicPr>
          <p:cNvPr id="42" name="">
            <a:extLst xmlns:a="http://schemas.openxmlformats.org/drawingml/2006/main">
              <a:ext uri="{FF2B5EF4-FFF2-40B4-BE49-F238E27FC236}">
                <a16:creationId xmlns:a16="http://schemas.microsoft.com/office/drawing/2014/main" id="{BDB76A14-268A-4EE5-9FF0-712A6FC3D877}"/>
              </a:ext>
            </a:extLst>
          </p:cNvPr>
          <p:cNvPicPr>
            <a:picLocks xmlns:a="http://schemas.openxmlformats.org/drawingml/2006/main" noChangeAspect="1"/>
          </p:cNvPicPr>
          <p:nvPr/>
        </p:nvPicPr>
        <p:blipFill>
          <a:blip xmlns:r="http://schemas.openxmlformats.org/officeDocument/2006/relationships" xmlns:a="http://schemas.openxmlformats.org/drawingml/2006/main" r:embed="Ra876e9a75f774d82"/>
          <a:stretch xmlns:a="http://schemas.openxmlformats.org/drawingml/2006/main"/>
        </p:blipFill>
        <p:spPr>
          <a:xfrm xmlns:a="http://schemas.openxmlformats.org/drawingml/2006/main">
            <a:off x="628650" y="3486150"/>
            <a:ext cx="5286375" cy="2819400"/>
          </a:xfrm>
          <a:prstGeom xmlns:a="http://schemas.openxmlformats.org/drawingml/2006/main" prst="rect">
            <a:avLst/>
          </a:prstGeom>
        </p:spPr>
      </p:pic>
      <p:pic>
        <p:nvPicPr>
          <p:cNvPr id="43" name="">
            <a:extLst xmlns:a="http://schemas.openxmlformats.org/drawingml/2006/main">
              <a:ext uri="{FF2B5EF4-FFF2-40B4-BE49-F238E27FC236}">
                <a16:creationId xmlns:a16="http://schemas.microsoft.com/office/drawing/2014/main" id="{54A3362C-E095-4C1F-A078-0D5CDB30A4DB}"/>
              </a:ext>
            </a:extLst>
          </p:cNvPr>
          <p:cNvPicPr>
            <a:picLocks xmlns:a="http://schemas.openxmlformats.org/drawingml/2006/main" noChangeAspect="1"/>
          </p:cNvPicPr>
          <p:nvPr/>
        </p:nvPicPr>
        <p:blipFill>
          <a:blip xmlns:r="http://schemas.openxmlformats.org/officeDocument/2006/relationships" xmlns:a="http://schemas.openxmlformats.org/drawingml/2006/main" r:embed="R48bdba7d468e4925"/>
          <a:stretch xmlns:a="http://schemas.openxmlformats.org/drawingml/2006/main"/>
        </p:blipFill>
        <p:spPr>
          <a:xfrm xmlns:a="http://schemas.openxmlformats.org/drawingml/2006/main">
            <a:off x="6257925" y="3486150"/>
            <a:ext cx="5286375" cy="2819400"/>
          </a:xfrm>
          <a:prstGeom xmlns:a="http://schemas.openxmlformats.org/drawingml/2006/main" prst="rect">
            <a:avLst/>
          </a:prstGeom>
        </p:spPr>
      </p:pic>
    </p:spTree>
    <p:extLst>
      <p:ext uri="{BB962C8B-B14F-4D97-AF65-F5344CB8AC3E}">
        <p14:creationId xmlns:p14="http://schemas.microsoft.com/office/powerpoint/2010/main" val="1890742824"/>
      </p:ext>
    </p:extLst>
  </p:cSld>
</p:sld>
</file>

<file path=ppt/slides/slide1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44704D23-C435-4BDE-A9DD-83ED5D707C7B}"/>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PTC-MR: cycles did not improve the selected model</a:t>
            </a:r>
          </a:p>
        </p:txBody>
      </p:sp>
      <p:sp>
        <p:nvSpPr>
          <p:cNvPr id="2" name="">
            <a:extLst xmlns:a="http://schemas.openxmlformats.org/drawingml/2006/main">
              <a:ext uri="{FF2B5EF4-FFF2-40B4-BE49-F238E27FC236}">
                <a16:creationId xmlns:a16="http://schemas.microsoft.com/office/drawing/2014/main" id="{4237356C-DC4F-4930-8F9A-17EAD89A9CE8}"/>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Binary was evaluated only on primary MUTAG; PTC-MR provides supplementary baseline comparisons</a:t>
            </a:r>
          </a:p>
        </p:txBody>
      </p:sp>
      <p:sp>
        <p:nvSpPr>
          <p:cNvPr id="3" name="">
            <a:extLst xmlns:a="http://schemas.openxmlformats.org/drawingml/2006/main">
              <a:ext uri="{FF2B5EF4-FFF2-40B4-BE49-F238E27FC236}">
                <a16:creationId xmlns:a16="http://schemas.microsoft.com/office/drawing/2014/main" id="{3D204C31-A5F7-4556-BECF-1C302E646183}"/>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9AB5C24-5500-432D-9C1D-00770D448DCC}"/>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SUPPLEMENTARY RESULT</a:t>
            </a:r>
          </a:p>
        </p:txBody>
      </p:sp>
      <p:sp>
        <p:nvSpPr>
          <p:cNvPr id="5" name="">
            <a:extLst xmlns:a="http://schemas.openxmlformats.org/drawingml/2006/main">
              <a:ext uri="{FF2B5EF4-FFF2-40B4-BE49-F238E27FC236}">
                <a16:creationId xmlns:a16="http://schemas.microsoft.com/office/drawing/2014/main" id="{7328A262-7C53-49E9-968E-122EF4E8E407}"/>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6488205D-6E9F-4195-8C65-A33ACD86121A}"/>
              </a:ext>
            </a:extLst>
          </p:cNvPr>
          <p:cNvSpPr>
            <a:spLocks xmlns:a="http://schemas.openxmlformats.org/drawingml/2006/main" noGrp="1"/>
          </p:cNvSpPr>
          <p:nvPr/>
        </p:nvSpPr>
        <p:spPr>
          <a:xfrm xmlns:a="http://schemas.openxmlformats.org/drawingml/2006/main">
            <a:off x="600075" y="1581150"/>
            <a:ext cx="1571625" cy="466725"/>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7" name="">
            <a:extLst xmlns:a="http://schemas.openxmlformats.org/drawingml/2006/main">
              <a:ext uri="{FF2B5EF4-FFF2-40B4-BE49-F238E27FC236}">
                <a16:creationId xmlns:a16="http://schemas.microsoft.com/office/drawing/2014/main" id="{5F547661-99CF-4562-A8A7-7B48B32285F2}"/>
              </a:ext>
            </a:extLst>
          </p:cNvPr>
          <p:cNvSpPr>
            <a:spLocks xmlns:a="http://schemas.openxmlformats.org/drawingml/2006/main" noGrp="1"/>
          </p:cNvSpPr>
          <p:nvPr/>
        </p:nvSpPr>
        <p:spPr>
          <a:xfrm xmlns:a="http://schemas.openxmlformats.org/drawingml/2006/main">
            <a:off x="695325" y="1600200"/>
            <a:ext cx="138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FFFFF"/>
                </a:solidFill>
                <a:latin typeface="Aptos"/>
                <a:ea typeface="Aptos"/>
                <a:cs typeface="Aptos"/>
              </a:defRPr>
            </a:defPPr>
          </a:lstStyle>
          <a:p xmlns:a="http://schemas.openxmlformats.org/drawingml/2006/main">
            <a:pPr algn="l">
              <a:buNone/>
              <a:defRPr sz="1275" b="1">
                <a:solidFill>
                  <a:srgbClr val="FFFFFF"/>
                </a:solidFill>
                <a:latin typeface="Aptos"/>
                <a:ea typeface="Aptos"/>
                <a:cs typeface="Aptos"/>
              </a:defRPr>
            </a:pPr>
            <a:r>
              <a:rPr sz="1275" b="1">
                <a:solidFill>
                  <a:srgbClr val="FFFFFF"/>
                </a:solidFill>
                <a:latin typeface="Aptos"/>
                <a:ea typeface="Aptos"/>
                <a:cs typeface="Aptos"/>
              </a:rPr>
              <a:t>Method</a:t>
            </a:r>
          </a:p>
        </p:txBody>
      </p:sp>
      <p:sp>
        <p:nvSpPr>
          <p:cNvPr id="8" name="">
            <a:extLst xmlns:a="http://schemas.openxmlformats.org/drawingml/2006/main">
              <a:ext uri="{FF2B5EF4-FFF2-40B4-BE49-F238E27FC236}">
                <a16:creationId xmlns:a16="http://schemas.microsoft.com/office/drawing/2014/main" id="{CC7D58AE-7EED-4B82-A314-4EDAB92201D6}"/>
              </a:ext>
            </a:extLst>
          </p:cNvPr>
          <p:cNvSpPr>
            <a:spLocks xmlns:a="http://schemas.openxmlformats.org/drawingml/2006/main" noGrp="1"/>
          </p:cNvSpPr>
          <p:nvPr/>
        </p:nvSpPr>
        <p:spPr>
          <a:xfrm xmlns:a="http://schemas.openxmlformats.org/drawingml/2006/main">
            <a:off x="2171700" y="1581150"/>
            <a:ext cx="1714500" cy="466725"/>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9" name="">
            <a:extLst xmlns:a="http://schemas.openxmlformats.org/drawingml/2006/main">
              <a:ext uri="{FF2B5EF4-FFF2-40B4-BE49-F238E27FC236}">
                <a16:creationId xmlns:a16="http://schemas.microsoft.com/office/drawing/2014/main" id="{76A63FEB-EC7F-4D9F-809A-45CD0CE60E40}"/>
              </a:ext>
            </a:extLst>
          </p:cNvPr>
          <p:cNvSpPr>
            <a:spLocks xmlns:a="http://schemas.openxmlformats.org/drawingml/2006/main" noGrp="1"/>
          </p:cNvSpPr>
          <p:nvPr/>
        </p:nvSpPr>
        <p:spPr>
          <a:xfrm xmlns:a="http://schemas.openxmlformats.org/drawingml/2006/main">
            <a:off x="2266950" y="16002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Aptos"/>
                <a:ea typeface="Aptos"/>
                <a:cs typeface="Aptos"/>
              </a:defRPr>
            </a:defPPr>
          </a:lstStyle>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Accuracy (%)</a:t>
            </a:r>
          </a:p>
        </p:txBody>
      </p:sp>
      <p:sp>
        <p:nvSpPr>
          <p:cNvPr id="10" name="">
            <a:extLst xmlns:a="http://schemas.openxmlformats.org/drawingml/2006/main">
              <a:ext uri="{FF2B5EF4-FFF2-40B4-BE49-F238E27FC236}">
                <a16:creationId xmlns:a16="http://schemas.microsoft.com/office/drawing/2014/main" id="{61574CEE-DB0C-45C1-92B4-A0B95B79C568}"/>
              </a:ext>
            </a:extLst>
          </p:cNvPr>
          <p:cNvSpPr>
            <a:spLocks xmlns:a="http://schemas.openxmlformats.org/drawingml/2006/main" noGrp="1"/>
          </p:cNvSpPr>
          <p:nvPr/>
        </p:nvSpPr>
        <p:spPr>
          <a:xfrm xmlns:a="http://schemas.openxmlformats.org/drawingml/2006/main">
            <a:off x="3886200" y="1581150"/>
            <a:ext cx="1714500" cy="466725"/>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11" name="">
            <a:extLst xmlns:a="http://schemas.openxmlformats.org/drawingml/2006/main">
              <a:ext uri="{FF2B5EF4-FFF2-40B4-BE49-F238E27FC236}">
                <a16:creationId xmlns:a16="http://schemas.microsoft.com/office/drawing/2014/main" id="{0CD0EAEA-ED02-46DF-BB0C-045682D4E060}"/>
              </a:ext>
            </a:extLst>
          </p:cNvPr>
          <p:cNvSpPr>
            <a:spLocks xmlns:a="http://schemas.openxmlformats.org/drawingml/2006/main" noGrp="1"/>
          </p:cNvSpPr>
          <p:nvPr/>
        </p:nvSpPr>
        <p:spPr>
          <a:xfrm xmlns:a="http://schemas.openxmlformats.org/drawingml/2006/main">
            <a:off x="3981450" y="16002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Aptos"/>
                <a:ea typeface="Aptos"/>
                <a:cs typeface="Aptos"/>
              </a:defRPr>
            </a:defPPr>
          </a:lstStyle>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Macro-F1 (%)</a:t>
            </a:r>
          </a:p>
        </p:txBody>
      </p:sp>
      <p:sp>
        <p:nvSpPr>
          <p:cNvPr id="12" name="">
            <a:extLst xmlns:a="http://schemas.openxmlformats.org/drawingml/2006/main">
              <a:ext uri="{FF2B5EF4-FFF2-40B4-BE49-F238E27FC236}">
                <a16:creationId xmlns:a16="http://schemas.microsoft.com/office/drawing/2014/main" id="{CE33F83B-1DAE-4295-A1A6-133B85DFB9EB}"/>
              </a:ext>
            </a:extLst>
          </p:cNvPr>
          <p:cNvSpPr>
            <a:spLocks xmlns:a="http://schemas.openxmlformats.org/drawingml/2006/main" noGrp="1"/>
          </p:cNvSpPr>
          <p:nvPr/>
        </p:nvSpPr>
        <p:spPr>
          <a:xfrm xmlns:a="http://schemas.openxmlformats.org/drawingml/2006/main">
            <a:off x="600075" y="2047875"/>
            <a:ext cx="1571625" cy="4857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13" name="">
            <a:extLst xmlns:a="http://schemas.openxmlformats.org/drawingml/2006/main">
              <a:ext uri="{FF2B5EF4-FFF2-40B4-BE49-F238E27FC236}">
                <a16:creationId xmlns:a16="http://schemas.microsoft.com/office/drawing/2014/main" id="{5B64D2EC-5346-4FAD-92F6-0785E2E85AB2}"/>
              </a:ext>
            </a:extLst>
          </p:cNvPr>
          <p:cNvSpPr>
            <a:spLocks xmlns:a="http://schemas.openxmlformats.org/drawingml/2006/main" noGrp="1"/>
          </p:cNvSpPr>
          <p:nvPr/>
        </p:nvSpPr>
        <p:spPr>
          <a:xfrm xmlns:a="http://schemas.openxmlformats.org/drawingml/2006/main">
            <a:off x="695325" y="2066925"/>
            <a:ext cx="1381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WL</a:t>
            </a:r>
          </a:p>
        </p:txBody>
      </p:sp>
      <p:sp>
        <p:nvSpPr>
          <p:cNvPr id="14" name="">
            <a:extLst xmlns:a="http://schemas.openxmlformats.org/drawingml/2006/main">
              <a:ext uri="{FF2B5EF4-FFF2-40B4-BE49-F238E27FC236}">
                <a16:creationId xmlns:a16="http://schemas.microsoft.com/office/drawing/2014/main" id="{CD276482-D47E-46F1-8CAB-C35C2917C08A}"/>
              </a:ext>
            </a:extLst>
          </p:cNvPr>
          <p:cNvSpPr>
            <a:spLocks xmlns:a="http://schemas.openxmlformats.org/drawingml/2006/main" noGrp="1"/>
          </p:cNvSpPr>
          <p:nvPr/>
        </p:nvSpPr>
        <p:spPr>
          <a:xfrm xmlns:a="http://schemas.openxmlformats.org/drawingml/2006/main">
            <a:off x="2171700" y="2047875"/>
            <a:ext cx="1714500" cy="4857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15" name="">
            <a:extLst xmlns:a="http://schemas.openxmlformats.org/drawingml/2006/main">
              <a:ext uri="{FF2B5EF4-FFF2-40B4-BE49-F238E27FC236}">
                <a16:creationId xmlns:a16="http://schemas.microsoft.com/office/drawing/2014/main" id="{6EF0EB78-027D-47A2-B007-73D676898015}"/>
              </a:ext>
            </a:extLst>
          </p:cNvPr>
          <p:cNvSpPr>
            <a:spLocks xmlns:a="http://schemas.openxmlformats.org/drawingml/2006/main" noGrp="1"/>
          </p:cNvSpPr>
          <p:nvPr/>
        </p:nvSpPr>
        <p:spPr>
          <a:xfrm xmlns:a="http://schemas.openxmlformats.org/drawingml/2006/main">
            <a:off x="2266950" y="2066925"/>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62.33 ± 2.25</a:t>
            </a:r>
          </a:p>
        </p:txBody>
      </p:sp>
      <p:sp>
        <p:nvSpPr>
          <p:cNvPr id="16" name="">
            <a:extLst xmlns:a="http://schemas.openxmlformats.org/drawingml/2006/main">
              <a:ext uri="{FF2B5EF4-FFF2-40B4-BE49-F238E27FC236}">
                <a16:creationId xmlns:a16="http://schemas.microsoft.com/office/drawing/2014/main" id="{CF81A847-B2EA-422F-886C-8B2CFDDB92C7}"/>
              </a:ext>
            </a:extLst>
          </p:cNvPr>
          <p:cNvSpPr>
            <a:spLocks xmlns:a="http://schemas.openxmlformats.org/drawingml/2006/main" noGrp="1"/>
          </p:cNvSpPr>
          <p:nvPr/>
        </p:nvSpPr>
        <p:spPr>
          <a:xfrm xmlns:a="http://schemas.openxmlformats.org/drawingml/2006/main">
            <a:off x="3886200" y="2047875"/>
            <a:ext cx="1714500" cy="4857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17" name="">
            <a:extLst xmlns:a="http://schemas.openxmlformats.org/drawingml/2006/main">
              <a:ext uri="{FF2B5EF4-FFF2-40B4-BE49-F238E27FC236}">
                <a16:creationId xmlns:a16="http://schemas.microsoft.com/office/drawing/2014/main" id="{DAA97BD7-F601-4CB9-8038-D921E6FE73A2}"/>
              </a:ext>
            </a:extLst>
          </p:cNvPr>
          <p:cNvSpPr>
            <a:spLocks xmlns:a="http://schemas.openxmlformats.org/drawingml/2006/main" noGrp="1"/>
          </p:cNvSpPr>
          <p:nvPr/>
        </p:nvSpPr>
        <p:spPr>
          <a:xfrm xmlns:a="http://schemas.openxmlformats.org/drawingml/2006/main">
            <a:off x="3981450" y="2066925"/>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59.54 ± 2.47</a:t>
            </a:r>
          </a:p>
        </p:txBody>
      </p:sp>
      <p:sp>
        <p:nvSpPr>
          <p:cNvPr id="18" name="">
            <a:extLst xmlns:a="http://schemas.openxmlformats.org/drawingml/2006/main">
              <a:ext uri="{FF2B5EF4-FFF2-40B4-BE49-F238E27FC236}">
                <a16:creationId xmlns:a16="http://schemas.microsoft.com/office/drawing/2014/main" id="{A9DB7965-B230-4BDA-89BE-9D38727F8609}"/>
              </a:ext>
            </a:extLst>
          </p:cNvPr>
          <p:cNvSpPr>
            <a:spLocks xmlns:a="http://schemas.openxmlformats.org/drawingml/2006/main" noGrp="1"/>
          </p:cNvSpPr>
          <p:nvPr/>
        </p:nvSpPr>
        <p:spPr>
          <a:xfrm xmlns:a="http://schemas.openxmlformats.org/drawingml/2006/main">
            <a:off x="600075" y="2533650"/>
            <a:ext cx="1571625" cy="4857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19" name="">
            <a:extLst xmlns:a="http://schemas.openxmlformats.org/drawingml/2006/main">
              <a:ext uri="{FF2B5EF4-FFF2-40B4-BE49-F238E27FC236}">
                <a16:creationId xmlns:a16="http://schemas.microsoft.com/office/drawing/2014/main" id="{32EF841B-85B7-484D-B750-B04F0BECB14D}"/>
              </a:ext>
            </a:extLst>
          </p:cNvPr>
          <p:cNvSpPr>
            <a:spLocks xmlns:a="http://schemas.openxmlformats.org/drawingml/2006/main" noGrp="1"/>
          </p:cNvSpPr>
          <p:nvPr/>
        </p:nvSpPr>
        <p:spPr>
          <a:xfrm xmlns:a="http://schemas.openxmlformats.org/drawingml/2006/main">
            <a:off x="695325" y="2552700"/>
            <a:ext cx="1381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P-WL</a:t>
            </a:r>
          </a:p>
        </p:txBody>
      </p:sp>
      <p:sp>
        <p:nvSpPr>
          <p:cNvPr id="20" name="">
            <a:extLst xmlns:a="http://schemas.openxmlformats.org/drawingml/2006/main">
              <a:ext uri="{FF2B5EF4-FFF2-40B4-BE49-F238E27FC236}">
                <a16:creationId xmlns:a16="http://schemas.microsoft.com/office/drawing/2014/main" id="{074DA94B-D560-499C-AA8D-2814907365C8}"/>
              </a:ext>
            </a:extLst>
          </p:cNvPr>
          <p:cNvSpPr>
            <a:spLocks xmlns:a="http://schemas.openxmlformats.org/drawingml/2006/main" noGrp="1"/>
          </p:cNvSpPr>
          <p:nvPr/>
        </p:nvSpPr>
        <p:spPr>
          <a:xfrm xmlns:a="http://schemas.openxmlformats.org/drawingml/2006/main">
            <a:off x="2171700" y="2533650"/>
            <a:ext cx="1714500" cy="4857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1" name="">
            <a:extLst xmlns:a="http://schemas.openxmlformats.org/drawingml/2006/main">
              <a:ext uri="{FF2B5EF4-FFF2-40B4-BE49-F238E27FC236}">
                <a16:creationId xmlns:a16="http://schemas.microsoft.com/office/drawing/2014/main" id="{2A0EB102-186D-4F4F-9A7E-5FFFC9FA3095}"/>
              </a:ext>
            </a:extLst>
          </p:cNvPr>
          <p:cNvSpPr>
            <a:spLocks xmlns:a="http://schemas.openxmlformats.org/drawingml/2006/main" noGrp="1"/>
          </p:cNvSpPr>
          <p:nvPr/>
        </p:nvSpPr>
        <p:spPr>
          <a:xfrm xmlns:a="http://schemas.openxmlformats.org/drawingml/2006/main">
            <a:off x="2266950" y="2552700"/>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62.77 ± 1.03</a:t>
            </a:r>
          </a:p>
        </p:txBody>
      </p:sp>
      <p:sp>
        <p:nvSpPr>
          <p:cNvPr id="22" name="">
            <a:extLst xmlns:a="http://schemas.openxmlformats.org/drawingml/2006/main">
              <a:ext uri="{FF2B5EF4-FFF2-40B4-BE49-F238E27FC236}">
                <a16:creationId xmlns:a16="http://schemas.microsoft.com/office/drawing/2014/main" id="{234F9091-D31D-4993-BAAB-3C076803CE9E}"/>
              </a:ext>
            </a:extLst>
          </p:cNvPr>
          <p:cNvSpPr>
            <a:spLocks xmlns:a="http://schemas.openxmlformats.org/drawingml/2006/main" noGrp="1"/>
          </p:cNvSpPr>
          <p:nvPr/>
        </p:nvSpPr>
        <p:spPr>
          <a:xfrm xmlns:a="http://schemas.openxmlformats.org/drawingml/2006/main">
            <a:off x="3886200" y="2533650"/>
            <a:ext cx="1714500" cy="4857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3" name="">
            <a:extLst xmlns:a="http://schemas.openxmlformats.org/drawingml/2006/main">
              <a:ext uri="{FF2B5EF4-FFF2-40B4-BE49-F238E27FC236}">
                <a16:creationId xmlns:a16="http://schemas.microsoft.com/office/drawing/2014/main" id="{2B74D1CE-66A8-4F3E-BEF8-1C3DD714D5C8}"/>
              </a:ext>
            </a:extLst>
          </p:cNvPr>
          <p:cNvSpPr>
            <a:spLocks xmlns:a="http://schemas.openxmlformats.org/drawingml/2006/main" noGrp="1"/>
          </p:cNvSpPr>
          <p:nvPr/>
        </p:nvSpPr>
        <p:spPr>
          <a:xfrm xmlns:a="http://schemas.openxmlformats.org/drawingml/2006/main">
            <a:off x="3981450" y="2552700"/>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60.04 ± 1.25</a:t>
            </a:r>
          </a:p>
        </p:txBody>
      </p:sp>
      <p:sp>
        <p:nvSpPr>
          <p:cNvPr id="24" name="">
            <a:extLst xmlns:a="http://schemas.openxmlformats.org/drawingml/2006/main">
              <a:ext uri="{FF2B5EF4-FFF2-40B4-BE49-F238E27FC236}">
                <a16:creationId xmlns:a16="http://schemas.microsoft.com/office/drawing/2014/main" id="{AF7E5264-2F46-460A-A744-CB1A185DA442}"/>
              </a:ext>
            </a:extLst>
          </p:cNvPr>
          <p:cNvSpPr>
            <a:spLocks xmlns:a="http://schemas.openxmlformats.org/drawingml/2006/main" noGrp="1"/>
          </p:cNvSpPr>
          <p:nvPr/>
        </p:nvSpPr>
        <p:spPr>
          <a:xfrm xmlns:a="http://schemas.openxmlformats.org/drawingml/2006/main">
            <a:off x="600075" y="3019425"/>
            <a:ext cx="1571625" cy="4857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25" name="">
            <a:extLst xmlns:a="http://schemas.openxmlformats.org/drawingml/2006/main">
              <a:ext uri="{FF2B5EF4-FFF2-40B4-BE49-F238E27FC236}">
                <a16:creationId xmlns:a16="http://schemas.microsoft.com/office/drawing/2014/main" id="{22CCF8F9-250F-4C7F-9F22-BAD4F5C825C1}"/>
              </a:ext>
            </a:extLst>
          </p:cNvPr>
          <p:cNvSpPr>
            <a:spLocks xmlns:a="http://schemas.openxmlformats.org/drawingml/2006/main" noGrp="1"/>
          </p:cNvSpPr>
          <p:nvPr/>
        </p:nvSpPr>
        <p:spPr>
          <a:xfrm xmlns:a="http://schemas.openxmlformats.org/drawingml/2006/main">
            <a:off x="695325" y="3038475"/>
            <a:ext cx="1381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P-WL-C</a:t>
            </a:r>
          </a:p>
        </p:txBody>
      </p:sp>
      <p:sp>
        <p:nvSpPr>
          <p:cNvPr id="26" name="">
            <a:extLst xmlns:a="http://schemas.openxmlformats.org/drawingml/2006/main">
              <a:ext uri="{FF2B5EF4-FFF2-40B4-BE49-F238E27FC236}">
                <a16:creationId xmlns:a16="http://schemas.microsoft.com/office/drawing/2014/main" id="{82DBFA72-5B3F-4AE1-893C-E64F32782178}"/>
              </a:ext>
            </a:extLst>
          </p:cNvPr>
          <p:cNvSpPr>
            <a:spLocks xmlns:a="http://schemas.openxmlformats.org/drawingml/2006/main" noGrp="1"/>
          </p:cNvSpPr>
          <p:nvPr/>
        </p:nvSpPr>
        <p:spPr>
          <a:xfrm xmlns:a="http://schemas.openxmlformats.org/drawingml/2006/main">
            <a:off x="2171700" y="3019425"/>
            <a:ext cx="1714500" cy="4857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27" name="">
            <a:extLst xmlns:a="http://schemas.openxmlformats.org/drawingml/2006/main">
              <a:ext uri="{FF2B5EF4-FFF2-40B4-BE49-F238E27FC236}">
                <a16:creationId xmlns:a16="http://schemas.microsoft.com/office/drawing/2014/main" id="{1C49E8C1-B595-419D-9A40-9B543552AA24}"/>
              </a:ext>
            </a:extLst>
          </p:cNvPr>
          <p:cNvSpPr>
            <a:spLocks xmlns:a="http://schemas.openxmlformats.org/drawingml/2006/main" noGrp="1"/>
          </p:cNvSpPr>
          <p:nvPr/>
        </p:nvSpPr>
        <p:spPr>
          <a:xfrm xmlns:a="http://schemas.openxmlformats.org/drawingml/2006/main">
            <a:off x="2266950" y="3038475"/>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62.22 ± 1.23</a:t>
            </a:r>
          </a:p>
        </p:txBody>
      </p:sp>
      <p:sp>
        <p:nvSpPr>
          <p:cNvPr id="28" name="">
            <a:extLst xmlns:a="http://schemas.openxmlformats.org/drawingml/2006/main">
              <a:ext uri="{FF2B5EF4-FFF2-40B4-BE49-F238E27FC236}">
                <a16:creationId xmlns:a16="http://schemas.microsoft.com/office/drawing/2014/main" id="{BF72EB8F-674A-4B2D-9A81-0243618C4542}"/>
              </a:ext>
            </a:extLst>
          </p:cNvPr>
          <p:cNvSpPr>
            <a:spLocks xmlns:a="http://schemas.openxmlformats.org/drawingml/2006/main" noGrp="1"/>
          </p:cNvSpPr>
          <p:nvPr/>
        </p:nvSpPr>
        <p:spPr>
          <a:xfrm xmlns:a="http://schemas.openxmlformats.org/drawingml/2006/main">
            <a:off x="3886200" y="3019425"/>
            <a:ext cx="1714500" cy="4857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29" name="">
            <a:extLst xmlns:a="http://schemas.openxmlformats.org/drawingml/2006/main">
              <a:ext uri="{FF2B5EF4-FFF2-40B4-BE49-F238E27FC236}">
                <a16:creationId xmlns:a16="http://schemas.microsoft.com/office/drawing/2014/main" id="{0C43B1F8-9F02-4D77-AF19-021CDEE0E2C4}"/>
              </a:ext>
            </a:extLst>
          </p:cNvPr>
          <p:cNvSpPr>
            <a:spLocks xmlns:a="http://schemas.openxmlformats.org/drawingml/2006/main" noGrp="1"/>
          </p:cNvSpPr>
          <p:nvPr/>
        </p:nvSpPr>
        <p:spPr>
          <a:xfrm xmlns:a="http://schemas.openxmlformats.org/drawingml/2006/main">
            <a:off x="3981450" y="3038475"/>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59.21 ± 1.51</a:t>
            </a:r>
          </a:p>
        </p:txBody>
      </p:sp>
      <p:sp>
        <p:nvSpPr>
          <p:cNvPr id="30" name="">
            <a:extLst xmlns:a="http://schemas.openxmlformats.org/drawingml/2006/main">
              <a:ext uri="{FF2B5EF4-FFF2-40B4-BE49-F238E27FC236}">
                <a16:creationId xmlns:a16="http://schemas.microsoft.com/office/drawing/2014/main" id="{E6A88058-240F-4B2E-9227-222228A04599}"/>
              </a:ext>
            </a:extLst>
          </p:cNvPr>
          <p:cNvSpPr>
            <a:spLocks xmlns:a="http://schemas.openxmlformats.org/drawingml/2006/main" noGrp="1"/>
          </p:cNvSpPr>
          <p:nvPr/>
        </p:nvSpPr>
        <p:spPr>
          <a:xfrm xmlns:a="http://schemas.openxmlformats.org/drawingml/2006/main">
            <a:off x="600075" y="3505200"/>
            <a:ext cx="1571625" cy="4857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31" name="">
            <a:extLst xmlns:a="http://schemas.openxmlformats.org/drawingml/2006/main">
              <a:ext uri="{FF2B5EF4-FFF2-40B4-BE49-F238E27FC236}">
                <a16:creationId xmlns:a16="http://schemas.microsoft.com/office/drawing/2014/main" id="{3DC8E147-0306-4E42-BECD-6982981E4E32}"/>
              </a:ext>
            </a:extLst>
          </p:cNvPr>
          <p:cNvSpPr>
            <a:spLocks xmlns:a="http://schemas.openxmlformats.org/drawingml/2006/main" noGrp="1"/>
          </p:cNvSpPr>
          <p:nvPr/>
        </p:nvSpPr>
        <p:spPr>
          <a:xfrm xmlns:a="http://schemas.openxmlformats.org/drawingml/2006/main">
            <a:off x="695325" y="3524250"/>
            <a:ext cx="1381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λ-selected</a:t>
            </a:r>
          </a:p>
        </p:txBody>
      </p:sp>
      <p:sp>
        <p:nvSpPr>
          <p:cNvPr id="32" name="">
            <a:extLst xmlns:a="http://schemas.openxmlformats.org/drawingml/2006/main">
              <a:ext uri="{FF2B5EF4-FFF2-40B4-BE49-F238E27FC236}">
                <a16:creationId xmlns:a16="http://schemas.microsoft.com/office/drawing/2014/main" id="{94764DB8-7091-483B-9C52-1E003A8E3FC0}"/>
              </a:ext>
            </a:extLst>
          </p:cNvPr>
          <p:cNvSpPr>
            <a:spLocks xmlns:a="http://schemas.openxmlformats.org/drawingml/2006/main" noGrp="1"/>
          </p:cNvSpPr>
          <p:nvPr/>
        </p:nvSpPr>
        <p:spPr>
          <a:xfrm xmlns:a="http://schemas.openxmlformats.org/drawingml/2006/main">
            <a:off x="2171700" y="3505200"/>
            <a:ext cx="1714500" cy="4857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33" name="">
            <a:extLst xmlns:a="http://schemas.openxmlformats.org/drawingml/2006/main">
              <a:ext uri="{FF2B5EF4-FFF2-40B4-BE49-F238E27FC236}">
                <a16:creationId xmlns:a16="http://schemas.microsoft.com/office/drawing/2014/main" id="{D0A75FA8-803D-4034-9C19-42A31ADC2F5D}"/>
              </a:ext>
            </a:extLst>
          </p:cNvPr>
          <p:cNvSpPr>
            <a:spLocks xmlns:a="http://schemas.openxmlformats.org/drawingml/2006/main" noGrp="1"/>
          </p:cNvSpPr>
          <p:nvPr/>
        </p:nvSpPr>
        <p:spPr>
          <a:xfrm xmlns:a="http://schemas.openxmlformats.org/drawingml/2006/main">
            <a:off x="2266950" y="3524250"/>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62.49 ± 1.55</a:t>
            </a:r>
          </a:p>
        </p:txBody>
      </p:sp>
      <p:sp>
        <p:nvSpPr>
          <p:cNvPr id="34" name="">
            <a:extLst xmlns:a="http://schemas.openxmlformats.org/drawingml/2006/main">
              <a:ext uri="{FF2B5EF4-FFF2-40B4-BE49-F238E27FC236}">
                <a16:creationId xmlns:a16="http://schemas.microsoft.com/office/drawing/2014/main" id="{B6FB2B53-EA43-47BF-BE0C-DB16494101B3}"/>
              </a:ext>
            </a:extLst>
          </p:cNvPr>
          <p:cNvSpPr>
            <a:spLocks xmlns:a="http://schemas.openxmlformats.org/drawingml/2006/main" noGrp="1"/>
          </p:cNvSpPr>
          <p:nvPr/>
        </p:nvSpPr>
        <p:spPr>
          <a:xfrm xmlns:a="http://schemas.openxmlformats.org/drawingml/2006/main">
            <a:off x="3886200" y="3505200"/>
            <a:ext cx="1714500" cy="4857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35" name="">
            <a:extLst xmlns:a="http://schemas.openxmlformats.org/drawingml/2006/main">
              <a:ext uri="{FF2B5EF4-FFF2-40B4-BE49-F238E27FC236}">
                <a16:creationId xmlns:a16="http://schemas.microsoft.com/office/drawing/2014/main" id="{B3F50907-8898-4C97-BC47-C5F33DB6F92A}"/>
              </a:ext>
            </a:extLst>
          </p:cNvPr>
          <p:cNvSpPr>
            <a:spLocks xmlns:a="http://schemas.openxmlformats.org/drawingml/2006/main" noGrp="1"/>
          </p:cNvSpPr>
          <p:nvPr/>
        </p:nvSpPr>
        <p:spPr>
          <a:xfrm xmlns:a="http://schemas.openxmlformats.org/drawingml/2006/main">
            <a:off x="3981450" y="3524250"/>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122238"/>
                </a:solidFill>
                <a:latin typeface="Aptos"/>
                <a:ea typeface="Aptos"/>
                <a:cs typeface="Aptos"/>
              </a:defRPr>
            </a:defPPr>
          </a:lstStyle>
          <a:p xmlns:a="http://schemas.openxmlformats.org/drawingml/2006/main">
            <a:pPr algn="ctr">
              <a:buNone/>
              <a:defRPr sz="1275" b="0">
                <a:solidFill>
                  <a:srgbClr val="122238"/>
                </a:solidFill>
                <a:latin typeface="Aptos"/>
                <a:ea typeface="Aptos"/>
                <a:cs typeface="Aptos"/>
              </a:defRPr>
            </a:pPr>
            <a:r>
              <a:rPr sz="1275" b="0">
                <a:solidFill>
                  <a:srgbClr val="122238"/>
                </a:solidFill>
                <a:latin typeface="Aptos"/>
                <a:ea typeface="Aptos"/>
                <a:cs typeface="Aptos"/>
              </a:rPr>
              <a:t>59.62 ± 1.87</a:t>
            </a:r>
          </a:p>
        </p:txBody>
      </p:sp>
      <p:sp>
        <p:nvSpPr>
          <p:cNvPr id="36" name="">
            <a:extLst xmlns:a="http://schemas.openxmlformats.org/drawingml/2006/main">
              <a:ext uri="{FF2B5EF4-FFF2-40B4-BE49-F238E27FC236}">
                <a16:creationId xmlns:a16="http://schemas.microsoft.com/office/drawing/2014/main" id="{7518C67D-CFDD-48C5-AF57-373434AE7027}"/>
              </a:ext>
            </a:extLst>
          </p:cNvPr>
          <p:cNvSpPr>
            <a:spLocks xmlns:a="http://schemas.openxmlformats.org/drawingml/2006/main" noGrp="1"/>
          </p:cNvSpPr>
          <p:nvPr/>
        </p:nvSpPr>
        <p:spPr>
          <a:xfrm xmlns:a="http://schemas.openxmlformats.org/drawingml/2006/main">
            <a:off x="600075" y="3990975"/>
            <a:ext cx="1571625" cy="4857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37" name="">
            <a:extLst xmlns:a="http://schemas.openxmlformats.org/drawingml/2006/main">
              <a:ext uri="{FF2B5EF4-FFF2-40B4-BE49-F238E27FC236}">
                <a16:creationId xmlns:a16="http://schemas.microsoft.com/office/drawing/2014/main" id="{78A79C1D-9CBB-4B7A-85E9-431EFF508187}"/>
              </a:ext>
            </a:extLst>
          </p:cNvPr>
          <p:cNvSpPr>
            <a:spLocks xmlns:a="http://schemas.openxmlformats.org/drawingml/2006/main" noGrp="1"/>
          </p:cNvSpPr>
          <p:nvPr/>
        </p:nvSpPr>
        <p:spPr>
          <a:xfrm xmlns:a="http://schemas.openxmlformats.org/drawingml/2006/main">
            <a:off x="695325" y="4010025"/>
            <a:ext cx="1381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2644A"/>
                </a:solidFill>
                <a:latin typeface="Aptos"/>
                <a:ea typeface="Aptos"/>
                <a:cs typeface="Aptos"/>
              </a:defRPr>
            </a:defPPr>
          </a:lstStyle>
          <a:p xmlns:a="http://schemas.openxmlformats.org/drawingml/2006/main">
            <a:pPr algn="l">
              <a:buNone/>
              <a:defRPr sz="1200" b="1">
                <a:solidFill>
                  <a:srgbClr val="D2644A"/>
                </a:solidFill>
                <a:latin typeface="Aptos"/>
                <a:ea typeface="Aptos"/>
                <a:cs typeface="Aptos"/>
              </a:defRPr>
            </a:pPr>
            <a:r>
              <a:rPr sz="1200" b="1">
                <a:solidFill>
                  <a:srgbClr val="D2644A"/>
                </a:solidFill>
                <a:latin typeface="Aptos"/>
                <a:ea typeface="Aptos"/>
                <a:cs typeface="Aptos"/>
              </a:rPr>
              <a:t>P-WL-C-Binary</a:t>
            </a:r>
          </a:p>
        </p:txBody>
      </p:sp>
      <p:sp>
        <p:nvSpPr>
          <p:cNvPr id="38" name="">
            <a:extLst xmlns:a="http://schemas.openxmlformats.org/drawingml/2006/main">
              <a:ext uri="{FF2B5EF4-FFF2-40B4-BE49-F238E27FC236}">
                <a16:creationId xmlns:a16="http://schemas.microsoft.com/office/drawing/2014/main" id="{5756A859-35C2-4FA9-A3E3-6D18B6DDCAD5}"/>
              </a:ext>
            </a:extLst>
          </p:cNvPr>
          <p:cNvSpPr>
            <a:spLocks xmlns:a="http://schemas.openxmlformats.org/drawingml/2006/main" noGrp="1"/>
          </p:cNvSpPr>
          <p:nvPr/>
        </p:nvSpPr>
        <p:spPr>
          <a:xfrm xmlns:a="http://schemas.openxmlformats.org/drawingml/2006/main">
            <a:off x="2171700" y="3990975"/>
            <a:ext cx="1714500" cy="4857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39" name="">
            <a:extLst xmlns:a="http://schemas.openxmlformats.org/drawingml/2006/main">
              <a:ext uri="{FF2B5EF4-FFF2-40B4-BE49-F238E27FC236}">
                <a16:creationId xmlns:a16="http://schemas.microsoft.com/office/drawing/2014/main" id="{F5A246E6-CD6A-4948-9112-1C730F7E9987}"/>
              </a:ext>
            </a:extLst>
          </p:cNvPr>
          <p:cNvSpPr>
            <a:spLocks xmlns:a="http://schemas.openxmlformats.org/drawingml/2006/main" noGrp="1"/>
          </p:cNvSpPr>
          <p:nvPr/>
        </p:nvSpPr>
        <p:spPr>
          <a:xfrm xmlns:a="http://schemas.openxmlformats.org/drawingml/2006/main">
            <a:off x="2266950" y="4010025"/>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D2644A"/>
                </a:solidFill>
                <a:latin typeface="Aptos"/>
                <a:ea typeface="Aptos"/>
                <a:cs typeface="Aptos"/>
              </a:defRPr>
            </a:defPPr>
          </a:lstStyle>
          <a:p xmlns:a="http://schemas.openxmlformats.org/drawingml/2006/main">
            <a:pPr algn="ctr">
              <a:buNone/>
              <a:defRPr sz="1275" b="1">
                <a:solidFill>
                  <a:srgbClr val="D2644A"/>
                </a:solidFill>
                <a:latin typeface="Aptos"/>
                <a:ea typeface="Aptos"/>
                <a:cs typeface="Aptos"/>
              </a:defRPr>
            </a:pPr>
            <a:r>
              <a:rPr sz="1275" b="1">
                <a:solidFill>
                  <a:srgbClr val="D2644A"/>
                </a:solidFill>
                <a:latin typeface="Aptos"/>
                <a:ea typeface="Aptos"/>
                <a:cs typeface="Aptos"/>
              </a:rPr>
              <a:t>Not evaluated</a:t>
            </a:r>
          </a:p>
        </p:txBody>
      </p:sp>
      <p:sp>
        <p:nvSpPr>
          <p:cNvPr id="40" name="">
            <a:extLst xmlns:a="http://schemas.openxmlformats.org/drawingml/2006/main">
              <a:ext uri="{FF2B5EF4-FFF2-40B4-BE49-F238E27FC236}">
                <a16:creationId xmlns:a16="http://schemas.microsoft.com/office/drawing/2014/main" id="{311C6999-202F-4916-BE54-2D61A68B8A84}"/>
              </a:ext>
            </a:extLst>
          </p:cNvPr>
          <p:cNvSpPr>
            <a:spLocks xmlns:a="http://schemas.openxmlformats.org/drawingml/2006/main" noGrp="1"/>
          </p:cNvSpPr>
          <p:nvPr/>
        </p:nvSpPr>
        <p:spPr>
          <a:xfrm xmlns:a="http://schemas.openxmlformats.org/drawingml/2006/main">
            <a:off x="3886200" y="3990975"/>
            <a:ext cx="1714500" cy="4857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41" name="">
            <a:extLst xmlns:a="http://schemas.openxmlformats.org/drawingml/2006/main">
              <a:ext uri="{FF2B5EF4-FFF2-40B4-BE49-F238E27FC236}">
                <a16:creationId xmlns:a16="http://schemas.microsoft.com/office/drawing/2014/main" id="{544B9361-E4DD-4298-9FFA-893B4459A3EB}"/>
              </a:ext>
            </a:extLst>
          </p:cNvPr>
          <p:cNvSpPr>
            <a:spLocks xmlns:a="http://schemas.openxmlformats.org/drawingml/2006/main" noGrp="1"/>
          </p:cNvSpPr>
          <p:nvPr/>
        </p:nvSpPr>
        <p:spPr>
          <a:xfrm xmlns:a="http://schemas.openxmlformats.org/drawingml/2006/main">
            <a:off x="3981450" y="4010025"/>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D2644A"/>
                </a:solidFill>
                <a:latin typeface="Aptos"/>
                <a:ea typeface="Aptos"/>
                <a:cs typeface="Aptos"/>
              </a:defRPr>
            </a:defPPr>
          </a:lstStyle>
          <a:p xmlns:a="http://schemas.openxmlformats.org/drawingml/2006/main">
            <a:pPr algn="ctr">
              <a:buNone/>
              <a:defRPr sz="1275" b="1">
                <a:solidFill>
                  <a:srgbClr val="D2644A"/>
                </a:solidFill>
                <a:latin typeface="Aptos"/>
                <a:ea typeface="Aptos"/>
                <a:cs typeface="Aptos"/>
              </a:defRPr>
            </a:pPr>
            <a:r>
              <a:rPr sz="1275" b="1">
                <a:solidFill>
                  <a:srgbClr val="D2644A"/>
                </a:solidFill>
                <a:latin typeface="Aptos"/>
                <a:ea typeface="Aptos"/>
                <a:cs typeface="Aptos"/>
              </a:rPr>
              <a:t>Not evaluated</a:t>
            </a:r>
          </a:p>
        </p:txBody>
      </p:sp>
      <p:pic>
        <p:nvPicPr>
          <p:cNvPr id="42" name="">
            <a:extLst xmlns:a="http://schemas.openxmlformats.org/drawingml/2006/main">
              <a:ext uri="{FF2B5EF4-FFF2-40B4-BE49-F238E27FC236}">
                <a16:creationId xmlns:a16="http://schemas.microsoft.com/office/drawing/2014/main" id="{CBAAB7D0-F042-4376-833D-44B4AB4BCDF8}"/>
              </a:ext>
            </a:extLst>
          </p:cNvPr>
          <p:cNvPicPr>
            <a:picLocks xmlns:a="http://schemas.openxmlformats.org/drawingml/2006/main" noChangeAspect="1"/>
          </p:cNvPicPr>
          <p:nvPr/>
        </p:nvPicPr>
        <p:blipFill>
          <a:blip xmlns:r="http://schemas.openxmlformats.org/officeDocument/2006/relationships" xmlns:a="http://schemas.openxmlformats.org/drawingml/2006/main" r:embed="R3d85cede78af445a"/>
          <a:stretch xmlns:a="http://schemas.openxmlformats.org/drawingml/2006/main"/>
        </p:blipFill>
        <p:spPr>
          <a:xfrm xmlns:a="http://schemas.openxmlformats.org/drawingml/2006/main">
            <a:off x="5848350" y="1699532"/>
            <a:ext cx="5619750" cy="3211286"/>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7D284019-1380-411E-AA29-E8E486F78877}"/>
              </a:ext>
            </a:extLst>
          </p:cNvPr>
          <p:cNvSpPr>
            <a:spLocks xmlns:a="http://schemas.openxmlformats.org/drawingml/2006/main" noGrp="1"/>
          </p:cNvSpPr>
          <p:nvPr/>
        </p:nvSpPr>
        <p:spPr>
          <a:xfrm xmlns:a="http://schemas.openxmlformats.org/drawingml/2006/main">
            <a:off x="6000750" y="5172075"/>
            <a:ext cx="5257800" cy="628650"/>
          </a:xfrm>
          <a:prstGeom xmlns:a="http://schemas.openxmlformats.org/drawingml/2006/main" prst="roundRect">
            <a:avLst>
              <a:gd name="adj" fmla="val 12121"/>
            </a:avLst>
          </a:prstGeom>
          <a:solidFill xmlns:a="http://schemas.openxmlformats.org/drawingml/2006/main">
            <a:srgbClr val="F7E3DD"/>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A9E6224-B6E5-4E19-B7ED-78DD9D686302}"/>
              </a:ext>
            </a:extLst>
          </p:cNvPr>
          <p:cNvSpPr>
            <a:spLocks xmlns:a="http://schemas.openxmlformats.org/drawingml/2006/main" noGrp="1"/>
          </p:cNvSpPr>
          <p:nvPr/>
        </p:nvSpPr>
        <p:spPr>
          <a:xfrm xmlns:a="http://schemas.openxmlformats.org/drawingml/2006/main">
            <a:off x="6172200" y="5286375"/>
            <a:ext cx="491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D2644A"/>
                </a:solidFill>
                <a:latin typeface="Aptos"/>
                <a:ea typeface="Aptos"/>
                <a:cs typeface="Aptos"/>
              </a:defRPr>
            </a:defPPr>
          </a:lstStyle>
          <a:p xmlns:a="http://schemas.openxmlformats.org/drawingml/2006/main">
            <a:pPr algn="ctr">
              <a:buNone/>
              <a:defRPr sz="1350" b="1">
                <a:solidFill>
                  <a:srgbClr val="D2644A"/>
                </a:solidFill>
                <a:latin typeface="Aptos"/>
                <a:ea typeface="Aptos"/>
                <a:cs typeface="Aptos"/>
              </a:defRPr>
            </a:pPr>
            <a:r>
              <a:rPr sz="1350" b="1">
                <a:solidFill>
                  <a:srgbClr val="D2644A"/>
                </a:solidFill>
                <a:latin typeface="Aptos"/>
                <a:ea typeface="Aptos"/>
                <a:cs typeface="Aptos"/>
              </a:rPr>
              <a:t>Binary cycle encoding: NOT RUN · OUT OF SCOPE</a:t>
            </a:r>
          </a:p>
        </p:txBody>
      </p:sp>
    </p:spTree>
    <p:extLst>
      <p:ext uri="{BB962C8B-B14F-4D97-AF65-F5344CB8AC3E}">
        <p14:creationId xmlns:p14="http://schemas.microsoft.com/office/powerpoint/2010/main" val="2090148851"/>
      </p:ext>
    </p:extLst>
  </p:cSld>
</p:sld>
</file>

<file path=ppt/slides/slide1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36CC92B1-1FFA-47FB-B4FE-FF9B6A82F8CF}"/>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Each change altered the representation; effects varied by dataset</a:t>
            </a:r>
          </a:p>
        </p:txBody>
      </p:sp>
      <p:sp>
        <p:nvSpPr>
          <p:cNvPr id="2" name="">
            <a:extLst xmlns:a="http://schemas.openxmlformats.org/drawingml/2006/main">
              <a:ext uri="{FF2B5EF4-FFF2-40B4-BE49-F238E27FC236}">
                <a16:creationId xmlns:a16="http://schemas.microsoft.com/office/drawing/2014/main" id="{47134975-92F0-48FA-AB74-1CC06AAEE4DD}"/>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Paired score differences are descriptive comparisons of selected pipelines</a:t>
            </a:r>
          </a:p>
        </p:txBody>
      </p:sp>
      <p:sp>
        <p:nvSpPr>
          <p:cNvPr id="3" name="">
            <a:extLst xmlns:a="http://schemas.openxmlformats.org/drawingml/2006/main">
              <a:ext uri="{FF2B5EF4-FFF2-40B4-BE49-F238E27FC236}">
                <a16:creationId xmlns:a16="http://schemas.microsoft.com/office/drawing/2014/main" id="{668CC4F8-374A-4B75-A91B-5EE5AD1B50B1}"/>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488E59-EE73-4B82-90F4-2434A4989E81}"/>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RESULTS INTERPRETATION</a:t>
            </a:r>
          </a:p>
        </p:txBody>
      </p:sp>
      <p:sp>
        <p:nvSpPr>
          <p:cNvPr id="5" name="">
            <a:extLst xmlns:a="http://schemas.openxmlformats.org/drawingml/2006/main">
              <a:ext uri="{FF2B5EF4-FFF2-40B4-BE49-F238E27FC236}">
                <a16:creationId xmlns:a16="http://schemas.microsoft.com/office/drawing/2014/main" id="{312979FD-5A30-4925-9AE3-144C64DF44FE}"/>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14</a:t>
            </a:r>
          </a:p>
        </p:txBody>
      </p:sp>
      <p:sp>
        <p:nvSpPr>
          <p:cNvPr id="6" name="">
            <a:extLst xmlns:a="http://schemas.openxmlformats.org/drawingml/2006/main">
              <a:ext uri="{FF2B5EF4-FFF2-40B4-BE49-F238E27FC236}">
                <a16:creationId xmlns:a16="http://schemas.microsoft.com/office/drawing/2014/main" id="{0EDC9997-FD4B-4C17-974F-AAE02B044F2D}"/>
              </a:ext>
            </a:extLst>
          </p:cNvPr>
          <p:cNvSpPr>
            <a:spLocks xmlns:a="http://schemas.openxmlformats.org/drawingml/2006/main" noGrp="1"/>
          </p:cNvSpPr>
          <p:nvPr/>
        </p:nvSpPr>
        <p:spPr>
          <a:xfrm xmlns:a="http://schemas.openxmlformats.org/drawingml/2006/main">
            <a:off x="590550" y="1495425"/>
            <a:ext cx="2705100" cy="409575"/>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7" name="">
            <a:extLst xmlns:a="http://schemas.openxmlformats.org/drawingml/2006/main">
              <a:ext uri="{FF2B5EF4-FFF2-40B4-BE49-F238E27FC236}">
                <a16:creationId xmlns:a16="http://schemas.microsoft.com/office/drawing/2014/main" id="{D3D72E4D-F81F-44CB-AA2E-736666371032}"/>
              </a:ext>
            </a:extLst>
          </p:cNvPr>
          <p:cNvSpPr>
            <a:spLocks xmlns:a="http://schemas.openxmlformats.org/drawingml/2006/main" noGrp="1"/>
          </p:cNvSpPr>
          <p:nvPr/>
        </p:nvSpPr>
        <p:spPr>
          <a:xfrm xmlns:a="http://schemas.openxmlformats.org/drawingml/2006/main">
            <a:off x="685800" y="1514475"/>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FFFFF"/>
                </a:solidFill>
                <a:latin typeface="Aptos"/>
                <a:ea typeface="Aptos"/>
                <a:cs typeface="Aptos"/>
              </a:defRPr>
            </a:defPPr>
          </a:lstStyle>
          <a:p xmlns:a="http://schemas.openxmlformats.org/drawingml/2006/main">
            <a:pPr algn="l">
              <a:buNone/>
              <a:defRPr sz="1200" b="1">
                <a:solidFill>
                  <a:srgbClr val="FFFFFF"/>
                </a:solidFill>
                <a:latin typeface="Aptos"/>
                <a:ea typeface="Aptos"/>
                <a:cs typeface="Aptos"/>
              </a:defRPr>
            </a:pPr>
            <a:r>
              <a:rPr sz="1200" b="1">
                <a:solidFill>
                  <a:srgbClr val="FFFFFF"/>
                </a:solidFill>
                <a:latin typeface="Aptos"/>
                <a:ea typeface="Aptos"/>
                <a:cs typeface="Aptos"/>
              </a:rPr>
              <a:t>MUTAG change</a:t>
            </a:r>
          </a:p>
        </p:txBody>
      </p:sp>
      <p:sp>
        <p:nvSpPr>
          <p:cNvPr id="8" name="">
            <a:extLst xmlns:a="http://schemas.openxmlformats.org/drawingml/2006/main">
              <a:ext uri="{FF2B5EF4-FFF2-40B4-BE49-F238E27FC236}">
                <a16:creationId xmlns:a16="http://schemas.microsoft.com/office/drawing/2014/main" id="{41A0CCCD-9C4B-4A7E-9229-3DB305C0B16A}"/>
              </a:ext>
            </a:extLst>
          </p:cNvPr>
          <p:cNvSpPr>
            <a:spLocks xmlns:a="http://schemas.openxmlformats.org/drawingml/2006/main" noGrp="1"/>
          </p:cNvSpPr>
          <p:nvPr/>
        </p:nvSpPr>
        <p:spPr>
          <a:xfrm xmlns:a="http://schemas.openxmlformats.org/drawingml/2006/main">
            <a:off x="3295650" y="1495425"/>
            <a:ext cx="1428750" cy="409575"/>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9" name="">
            <a:extLst xmlns:a="http://schemas.openxmlformats.org/drawingml/2006/main">
              <a:ext uri="{FF2B5EF4-FFF2-40B4-BE49-F238E27FC236}">
                <a16:creationId xmlns:a16="http://schemas.microsoft.com/office/drawing/2014/main" id="{095A8028-9A86-4B99-B024-2B2C3D004DC5}"/>
              </a:ext>
            </a:extLst>
          </p:cNvPr>
          <p:cNvSpPr>
            <a:spLocks xmlns:a="http://schemas.openxmlformats.org/drawingml/2006/main" noGrp="1"/>
          </p:cNvSpPr>
          <p:nvPr/>
        </p:nvSpPr>
        <p:spPr>
          <a:xfrm xmlns:a="http://schemas.openxmlformats.org/drawingml/2006/main">
            <a:off x="3390900" y="1514475"/>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Accuracy Δ (pp)</a:t>
            </a:r>
          </a:p>
        </p:txBody>
      </p:sp>
      <p:sp>
        <p:nvSpPr>
          <p:cNvPr id="10" name="">
            <a:extLst xmlns:a="http://schemas.openxmlformats.org/drawingml/2006/main">
              <a:ext uri="{FF2B5EF4-FFF2-40B4-BE49-F238E27FC236}">
                <a16:creationId xmlns:a16="http://schemas.microsoft.com/office/drawing/2014/main" id="{C9919C8B-AF84-41BA-B7A1-CCCD5F763999}"/>
              </a:ext>
            </a:extLst>
          </p:cNvPr>
          <p:cNvSpPr>
            <a:spLocks xmlns:a="http://schemas.openxmlformats.org/drawingml/2006/main" noGrp="1"/>
          </p:cNvSpPr>
          <p:nvPr/>
        </p:nvSpPr>
        <p:spPr>
          <a:xfrm xmlns:a="http://schemas.openxmlformats.org/drawingml/2006/main">
            <a:off x="4724400" y="1495425"/>
            <a:ext cx="1428750" cy="409575"/>
          </a:xfrm>
          <a:prstGeom xmlns:a="http://schemas.openxmlformats.org/drawingml/2006/main" prst="rect">
            <a:avLst/>
          </a:prstGeom>
          <a:solidFill xmlns:a="http://schemas.openxmlformats.org/drawingml/2006/main">
            <a:srgbClr val="10243B"/>
          </a:solidFill>
          <a:ln xmlns:a="http://schemas.openxmlformats.org/drawingml/2006/main" w="9525">
            <a:solidFill>
              <a:srgbClr val="10243B"/>
            </a:solidFill>
            <a:prstDash val="solid"/>
          </a:ln>
        </p:spPr>
      </p:sp>
      <p:sp>
        <p:nvSpPr>
          <p:cNvPr id="11" name="">
            <a:extLst xmlns:a="http://schemas.openxmlformats.org/drawingml/2006/main">
              <a:ext uri="{FF2B5EF4-FFF2-40B4-BE49-F238E27FC236}">
                <a16:creationId xmlns:a16="http://schemas.microsoft.com/office/drawing/2014/main" id="{6BCDAB4C-BD12-4281-800A-47F6AF6ADD7A}"/>
              </a:ext>
            </a:extLst>
          </p:cNvPr>
          <p:cNvSpPr>
            <a:spLocks xmlns:a="http://schemas.openxmlformats.org/drawingml/2006/main" noGrp="1"/>
          </p:cNvSpPr>
          <p:nvPr/>
        </p:nvSpPr>
        <p:spPr>
          <a:xfrm xmlns:a="http://schemas.openxmlformats.org/drawingml/2006/main">
            <a:off x="4819650" y="1514475"/>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Macro-F1 Δ (pp)</a:t>
            </a:r>
          </a:p>
        </p:txBody>
      </p:sp>
      <p:sp>
        <p:nvSpPr>
          <p:cNvPr id="12" name="">
            <a:extLst xmlns:a="http://schemas.openxmlformats.org/drawingml/2006/main">
              <a:ext uri="{FF2B5EF4-FFF2-40B4-BE49-F238E27FC236}">
                <a16:creationId xmlns:a16="http://schemas.microsoft.com/office/drawing/2014/main" id="{F216D22B-4280-4BC1-B6AB-0B04E24B426C}"/>
              </a:ext>
            </a:extLst>
          </p:cNvPr>
          <p:cNvSpPr>
            <a:spLocks xmlns:a="http://schemas.openxmlformats.org/drawingml/2006/main" noGrp="1"/>
          </p:cNvSpPr>
          <p:nvPr/>
        </p:nvSpPr>
        <p:spPr>
          <a:xfrm xmlns:a="http://schemas.openxmlformats.org/drawingml/2006/main">
            <a:off x="590550" y="1905000"/>
            <a:ext cx="270510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13" name="">
            <a:extLst xmlns:a="http://schemas.openxmlformats.org/drawingml/2006/main">
              <a:ext uri="{FF2B5EF4-FFF2-40B4-BE49-F238E27FC236}">
                <a16:creationId xmlns:a16="http://schemas.microsoft.com/office/drawing/2014/main" id="{A8F3D6BA-69A1-42D5-BD36-4A28A8B30C23}"/>
              </a:ext>
            </a:extLst>
          </p:cNvPr>
          <p:cNvSpPr>
            <a:spLocks xmlns:a="http://schemas.openxmlformats.org/drawingml/2006/main" noGrp="1"/>
          </p:cNvSpPr>
          <p:nvPr/>
        </p:nvSpPr>
        <p:spPr>
          <a:xfrm xmlns:a="http://schemas.openxmlformats.org/drawingml/2006/main">
            <a:off x="685800" y="1924050"/>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WL → P-WL</a:t>
            </a:r>
          </a:p>
        </p:txBody>
      </p:sp>
      <p:sp>
        <p:nvSpPr>
          <p:cNvPr id="14" name="">
            <a:extLst xmlns:a="http://schemas.openxmlformats.org/drawingml/2006/main">
              <a:ext uri="{FF2B5EF4-FFF2-40B4-BE49-F238E27FC236}">
                <a16:creationId xmlns:a16="http://schemas.microsoft.com/office/drawing/2014/main" id="{33A445A3-56A6-44FD-BA3C-F3260BF9200C}"/>
              </a:ext>
            </a:extLst>
          </p:cNvPr>
          <p:cNvSpPr>
            <a:spLocks xmlns:a="http://schemas.openxmlformats.org/drawingml/2006/main" noGrp="1"/>
          </p:cNvSpPr>
          <p:nvPr/>
        </p:nvSpPr>
        <p:spPr>
          <a:xfrm xmlns:a="http://schemas.openxmlformats.org/drawingml/2006/main">
            <a:off x="3295650" y="1905000"/>
            <a:ext cx="142875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15" name="">
            <a:extLst xmlns:a="http://schemas.openxmlformats.org/drawingml/2006/main">
              <a:ext uri="{FF2B5EF4-FFF2-40B4-BE49-F238E27FC236}">
                <a16:creationId xmlns:a16="http://schemas.microsoft.com/office/drawing/2014/main" id="{F61AC6F1-7492-4387-8F6B-8E3FF0A4FF15}"/>
              </a:ext>
            </a:extLst>
          </p:cNvPr>
          <p:cNvSpPr>
            <a:spLocks xmlns:a="http://schemas.openxmlformats.org/drawingml/2006/main" noGrp="1"/>
          </p:cNvSpPr>
          <p:nvPr/>
        </p:nvSpPr>
        <p:spPr>
          <a:xfrm xmlns:a="http://schemas.openxmlformats.org/drawingml/2006/main">
            <a:off x="3390900" y="1924050"/>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−2.02632</a:t>
            </a:r>
          </a:p>
        </p:txBody>
      </p:sp>
      <p:sp>
        <p:nvSpPr>
          <p:cNvPr id="16" name="">
            <a:extLst xmlns:a="http://schemas.openxmlformats.org/drawingml/2006/main">
              <a:ext uri="{FF2B5EF4-FFF2-40B4-BE49-F238E27FC236}">
                <a16:creationId xmlns:a16="http://schemas.microsoft.com/office/drawing/2014/main" id="{98290D42-8904-44C9-B7B7-CCDDD9C3B833}"/>
              </a:ext>
            </a:extLst>
          </p:cNvPr>
          <p:cNvSpPr>
            <a:spLocks xmlns:a="http://schemas.openxmlformats.org/drawingml/2006/main" noGrp="1"/>
          </p:cNvSpPr>
          <p:nvPr/>
        </p:nvSpPr>
        <p:spPr>
          <a:xfrm xmlns:a="http://schemas.openxmlformats.org/drawingml/2006/main">
            <a:off x="4724400" y="1905000"/>
            <a:ext cx="142875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17" name="">
            <a:extLst xmlns:a="http://schemas.openxmlformats.org/drawingml/2006/main">
              <a:ext uri="{FF2B5EF4-FFF2-40B4-BE49-F238E27FC236}">
                <a16:creationId xmlns:a16="http://schemas.microsoft.com/office/drawing/2014/main" id="{A29BF9B5-56F0-4D2E-B02E-782426A8DE9D}"/>
              </a:ext>
            </a:extLst>
          </p:cNvPr>
          <p:cNvSpPr>
            <a:spLocks xmlns:a="http://schemas.openxmlformats.org/drawingml/2006/main" noGrp="1"/>
          </p:cNvSpPr>
          <p:nvPr/>
        </p:nvSpPr>
        <p:spPr>
          <a:xfrm xmlns:a="http://schemas.openxmlformats.org/drawingml/2006/main">
            <a:off x="4819650" y="1924050"/>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−2.45825</a:t>
            </a:r>
          </a:p>
        </p:txBody>
      </p:sp>
      <p:sp>
        <p:nvSpPr>
          <p:cNvPr id="18" name="">
            <a:extLst xmlns:a="http://schemas.openxmlformats.org/drawingml/2006/main">
              <a:ext uri="{FF2B5EF4-FFF2-40B4-BE49-F238E27FC236}">
                <a16:creationId xmlns:a16="http://schemas.microsoft.com/office/drawing/2014/main" id="{B8EF6F82-6E9B-45B0-9B39-3CFC14560DEC}"/>
              </a:ext>
            </a:extLst>
          </p:cNvPr>
          <p:cNvSpPr>
            <a:spLocks xmlns:a="http://schemas.openxmlformats.org/drawingml/2006/main" noGrp="1"/>
          </p:cNvSpPr>
          <p:nvPr/>
        </p:nvSpPr>
        <p:spPr>
          <a:xfrm xmlns:a="http://schemas.openxmlformats.org/drawingml/2006/main">
            <a:off x="590550" y="2314575"/>
            <a:ext cx="270510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19" name="">
            <a:extLst xmlns:a="http://schemas.openxmlformats.org/drawingml/2006/main">
              <a:ext uri="{FF2B5EF4-FFF2-40B4-BE49-F238E27FC236}">
                <a16:creationId xmlns:a16="http://schemas.microsoft.com/office/drawing/2014/main" id="{14E79760-DCB4-44AB-989F-EACD87692871}"/>
              </a:ext>
            </a:extLst>
          </p:cNvPr>
          <p:cNvSpPr>
            <a:spLocks xmlns:a="http://schemas.openxmlformats.org/drawingml/2006/main" noGrp="1"/>
          </p:cNvSpPr>
          <p:nvPr/>
        </p:nvSpPr>
        <p:spPr>
          <a:xfrm xmlns:a="http://schemas.openxmlformats.org/drawingml/2006/main">
            <a:off x="685800" y="2333625"/>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P-WL → P-WL-C</a:t>
            </a:r>
          </a:p>
        </p:txBody>
      </p:sp>
      <p:sp>
        <p:nvSpPr>
          <p:cNvPr id="20" name="">
            <a:extLst xmlns:a="http://schemas.openxmlformats.org/drawingml/2006/main">
              <a:ext uri="{FF2B5EF4-FFF2-40B4-BE49-F238E27FC236}">
                <a16:creationId xmlns:a16="http://schemas.microsoft.com/office/drawing/2014/main" id="{5B6EC12B-C6C4-4B53-9778-890286216621}"/>
              </a:ext>
            </a:extLst>
          </p:cNvPr>
          <p:cNvSpPr>
            <a:spLocks xmlns:a="http://schemas.openxmlformats.org/drawingml/2006/main" noGrp="1"/>
          </p:cNvSpPr>
          <p:nvPr/>
        </p:nvSpPr>
        <p:spPr>
          <a:xfrm xmlns:a="http://schemas.openxmlformats.org/drawingml/2006/main">
            <a:off x="3295650" y="2314575"/>
            <a:ext cx="142875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1" name="">
            <a:extLst xmlns:a="http://schemas.openxmlformats.org/drawingml/2006/main">
              <a:ext uri="{FF2B5EF4-FFF2-40B4-BE49-F238E27FC236}">
                <a16:creationId xmlns:a16="http://schemas.microsoft.com/office/drawing/2014/main" id="{136F8044-6AEF-44A7-8E3A-D3B3C5A64696}"/>
              </a:ext>
            </a:extLst>
          </p:cNvPr>
          <p:cNvSpPr>
            <a:spLocks xmlns:a="http://schemas.openxmlformats.org/drawingml/2006/main" noGrp="1"/>
          </p:cNvSpPr>
          <p:nvPr/>
        </p:nvSpPr>
        <p:spPr>
          <a:xfrm xmlns:a="http://schemas.openxmlformats.org/drawingml/2006/main">
            <a:off x="3390900" y="2333625"/>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007F78"/>
                </a:solidFill>
                <a:latin typeface="Aptos"/>
                <a:ea typeface="Aptos"/>
                <a:cs typeface="Aptos"/>
              </a:defRPr>
            </a:defPPr>
          </a:lstStyle>
          <a:p xmlns:a="http://schemas.openxmlformats.org/drawingml/2006/main">
            <a:pPr algn="ctr">
              <a:buNone/>
              <a:defRPr sz="1200" b="0">
                <a:solidFill>
                  <a:srgbClr val="007F78"/>
                </a:solidFill>
                <a:latin typeface="Aptos"/>
                <a:ea typeface="Aptos"/>
                <a:cs typeface="Aptos"/>
              </a:defRPr>
            </a:pPr>
            <a:r>
              <a:rPr sz="1200" b="0">
                <a:solidFill>
                  <a:srgbClr val="007F78"/>
                </a:solidFill>
                <a:latin typeface="Aptos"/>
                <a:ea typeface="Aptos"/>
                <a:cs typeface="Aptos"/>
              </a:rPr>
              <a:t>+1.60526</a:t>
            </a:r>
          </a:p>
        </p:txBody>
      </p:sp>
      <p:sp>
        <p:nvSpPr>
          <p:cNvPr id="22" name="">
            <a:extLst xmlns:a="http://schemas.openxmlformats.org/drawingml/2006/main">
              <a:ext uri="{FF2B5EF4-FFF2-40B4-BE49-F238E27FC236}">
                <a16:creationId xmlns:a16="http://schemas.microsoft.com/office/drawing/2014/main" id="{960326B0-14B1-4491-9839-64D773528091}"/>
              </a:ext>
            </a:extLst>
          </p:cNvPr>
          <p:cNvSpPr>
            <a:spLocks xmlns:a="http://schemas.openxmlformats.org/drawingml/2006/main" noGrp="1"/>
          </p:cNvSpPr>
          <p:nvPr/>
        </p:nvSpPr>
        <p:spPr>
          <a:xfrm xmlns:a="http://schemas.openxmlformats.org/drawingml/2006/main">
            <a:off x="4724400" y="2314575"/>
            <a:ext cx="142875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23" name="">
            <a:extLst xmlns:a="http://schemas.openxmlformats.org/drawingml/2006/main">
              <a:ext uri="{FF2B5EF4-FFF2-40B4-BE49-F238E27FC236}">
                <a16:creationId xmlns:a16="http://schemas.microsoft.com/office/drawing/2014/main" id="{88CDF8B9-024C-4358-98CA-2EDD37E810A3}"/>
              </a:ext>
            </a:extLst>
          </p:cNvPr>
          <p:cNvSpPr>
            <a:spLocks xmlns:a="http://schemas.openxmlformats.org/drawingml/2006/main" noGrp="1"/>
          </p:cNvSpPr>
          <p:nvPr/>
        </p:nvSpPr>
        <p:spPr>
          <a:xfrm xmlns:a="http://schemas.openxmlformats.org/drawingml/2006/main">
            <a:off x="4819650" y="2333625"/>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007F78"/>
                </a:solidFill>
                <a:latin typeface="Aptos"/>
                <a:ea typeface="Aptos"/>
                <a:cs typeface="Aptos"/>
              </a:defRPr>
            </a:defPPr>
          </a:lstStyle>
          <a:p xmlns:a="http://schemas.openxmlformats.org/drawingml/2006/main">
            <a:pPr algn="ctr">
              <a:buNone/>
              <a:defRPr sz="1200" b="0">
                <a:solidFill>
                  <a:srgbClr val="007F78"/>
                </a:solidFill>
                <a:latin typeface="Aptos"/>
                <a:ea typeface="Aptos"/>
                <a:cs typeface="Aptos"/>
              </a:defRPr>
            </a:pPr>
            <a:r>
              <a:rPr sz="1200" b="0">
                <a:solidFill>
                  <a:srgbClr val="007F78"/>
                </a:solidFill>
                <a:latin typeface="Aptos"/>
                <a:ea typeface="Aptos"/>
                <a:cs typeface="Aptos"/>
              </a:rPr>
              <a:t>+2.03762</a:t>
            </a:r>
          </a:p>
        </p:txBody>
      </p:sp>
      <p:sp>
        <p:nvSpPr>
          <p:cNvPr id="24" name="">
            <a:extLst xmlns:a="http://schemas.openxmlformats.org/drawingml/2006/main">
              <a:ext uri="{FF2B5EF4-FFF2-40B4-BE49-F238E27FC236}">
                <a16:creationId xmlns:a16="http://schemas.microsoft.com/office/drawing/2014/main" id="{7831D6CB-4915-4264-84B3-A436316CD284}"/>
              </a:ext>
            </a:extLst>
          </p:cNvPr>
          <p:cNvSpPr>
            <a:spLocks xmlns:a="http://schemas.openxmlformats.org/drawingml/2006/main" noGrp="1"/>
          </p:cNvSpPr>
          <p:nvPr/>
        </p:nvSpPr>
        <p:spPr>
          <a:xfrm xmlns:a="http://schemas.openxmlformats.org/drawingml/2006/main">
            <a:off x="590550" y="2724150"/>
            <a:ext cx="270510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25" name="">
            <a:extLst xmlns:a="http://schemas.openxmlformats.org/drawingml/2006/main">
              <a:ext uri="{FF2B5EF4-FFF2-40B4-BE49-F238E27FC236}">
                <a16:creationId xmlns:a16="http://schemas.microsoft.com/office/drawing/2014/main" id="{27F6C21A-B989-441A-B2CC-8B4D252658C3}"/>
              </a:ext>
            </a:extLst>
          </p:cNvPr>
          <p:cNvSpPr>
            <a:spLocks xmlns:a="http://schemas.openxmlformats.org/drawingml/2006/main" noGrp="1"/>
          </p:cNvSpPr>
          <p:nvPr/>
        </p:nvSpPr>
        <p:spPr>
          <a:xfrm xmlns:a="http://schemas.openxmlformats.org/drawingml/2006/main">
            <a:off x="685800" y="2743200"/>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P-WL-C → λ-selected</a:t>
            </a:r>
          </a:p>
        </p:txBody>
      </p:sp>
      <p:sp>
        <p:nvSpPr>
          <p:cNvPr id="26" name="">
            <a:extLst xmlns:a="http://schemas.openxmlformats.org/drawingml/2006/main">
              <a:ext uri="{FF2B5EF4-FFF2-40B4-BE49-F238E27FC236}">
                <a16:creationId xmlns:a16="http://schemas.microsoft.com/office/drawing/2014/main" id="{882EBC3A-0186-465A-8469-3EA3654B0797}"/>
              </a:ext>
            </a:extLst>
          </p:cNvPr>
          <p:cNvSpPr>
            <a:spLocks xmlns:a="http://schemas.openxmlformats.org/drawingml/2006/main" noGrp="1"/>
          </p:cNvSpPr>
          <p:nvPr/>
        </p:nvSpPr>
        <p:spPr>
          <a:xfrm xmlns:a="http://schemas.openxmlformats.org/drawingml/2006/main">
            <a:off x="3295650" y="2724150"/>
            <a:ext cx="142875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27" name="">
            <a:extLst xmlns:a="http://schemas.openxmlformats.org/drawingml/2006/main">
              <a:ext uri="{FF2B5EF4-FFF2-40B4-BE49-F238E27FC236}">
                <a16:creationId xmlns:a16="http://schemas.microsoft.com/office/drawing/2014/main" id="{2E04D072-4890-4916-AC53-FE4A4C7BC099}"/>
              </a:ext>
            </a:extLst>
          </p:cNvPr>
          <p:cNvSpPr>
            <a:spLocks xmlns:a="http://schemas.openxmlformats.org/drawingml/2006/main" noGrp="1"/>
          </p:cNvSpPr>
          <p:nvPr/>
        </p:nvSpPr>
        <p:spPr>
          <a:xfrm xmlns:a="http://schemas.openxmlformats.org/drawingml/2006/main">
            <a:off x="3390900" y="2743200"/>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−0.00292</a:t>
            </a:r>
          </a:p>
        </p:txBody>
      </p:sp>
      <p:sp>
        <p:nvSpPr>
          <p:cNvPr id="28" name="">
            <a:extLst xmlns:a="http://schemas.openxmlformats.org/drawingml/2006/main">
              <a:ext uri="{FF2B5EF4-FFF2-40B4-BE49-F238E27FC236}">
                <a16:creationId xmlns:a16="http://schemas.microsoft.com/office/drawing/2014/main" id="{6915952B-6BB1-4ED1-AA8F-B67D3E898278}"/>
              </a:ext>
            </a:extLst>
          </p:cNvPr>
          <p:cNvSpPr>
            <a:spLocks xmlns:a="http://schemas.openxmlformats.org/drawingml/2006/main" noGrp="1"/>
          </p:cNvSpPr>
          <p:nvPr/>
        </p:nvSpPr>
        <p:spPr>
          <a:xfrm xmlns:a="http://schemas.openxmlformats.org/drawingml/2006/main">
            <a:off x="4724400" y="2724150"/>
            <a:ext cx="142875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29" name="">
            <a:extLst xmlns:a="http://schemas.openxmlformats.org/drawingml/2006/main">
              <a:ext uri="{FF2B5EF4-FFF2-40B4-BE49-F238E27FC236}">
                <a16:creationId xmlns:a16="http://schemas.microsoft.com/office/drawing/2014/main" id="{D39B39E2-7096-4E0E-9508-862DD4CEEB48}"/>
              </a:ext>
            </a:extLst>
          </p:cNvPr>
          <p:cNvSpPr>
            <a:spLocks xmlns:a="http://schemas.openxmlformats.org/drawingml/2006/main" noGrp="1"/>
          </p:cNvSpPr>
          <p:nvPr/>
        </p:nvSpPr>
        <p:spPr>
          <a:xfrm xmlns:a="http://schemas.openxmlformats.org/drawingml/2006/main">
            <a:off x="4819650" y="2743200"/>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−0.00751</a:t>
            </a:r>
          </a:p>
        </p:txBody>
      </p:sp>
      <p:sp>
        <p:nvSpPr>
          <p:cNvPr id="30" name="">
            <a:extLst xmlns:a="http://schemas.openxmlformats.org/drawingml/2006/main">
              <a:ext uri="{FF2B5EF4-FFF2-40B4-BE49-F238E27FC236}">
                <a16:creationId xmlns:a16="http://schemas.microsoft.com/office/drawing/2014/main" id="{E11C58C0-4395-43CB-B324-11522771DBDD}"/>
              </a:ext>
            </a:extLst>
          </p:cNvPr>
          <p:cNvSpPr>
            <a:spLocks xmlns:a="http://schemas.openxmlformats.org/drawingml/2006/main" noGrp="1"/>
          </p:cNvSpPr>
          <p:nvPr/>
        </p:nvSpPr>
        <p:spPr>
          <a:xfrm xmlns:a="http://schemas.openxmlformats.org/drawingml/2006/main">
            <a:off x="590550" y="3133725"/>
            <a:ext cx="270510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31" name="">
            <a:extLst xmlns:a="http://schemas.openxmlformats.org/drawingml/2006/main">
              <a:ext uri="{FF2B5EF4-FFF2-40B4-BE49-F238E27FC236}">
                <a16:creationId xmlns:a16="http://schemas.microsoft.com/office/drawing/2014/main" id="{CB86BDFB-7098-4369-9F67-4BDA87D42D6E}"/>
              </a:ext>
            </a:extLst>
          </p:cNvPr>
          <p:cNvSpPr>
            <a:spLocks xmlns:a="http://schemas.openxmlformats.org/drawingml/2006/main" noGrp="1"/>
          </p:cNvSpPr>
          <p:nvPr/>
        </p:nvSpPr>
        <p:spPr>
          <a:xfrm xmlns:a="http://schemas.openxmlformats.org/drawingml/2006/main">
            <a:off x="685800" y="3152775"/>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22238"/>
                </a:solidFill>
                <a:latin typeface="Aptos"/>
                <a:ea typeface="Aptos"/>
                <a:cs typeface="Aptos"/>
              </a:defRPr>
            </a:defPPr>
          </a:lstStyle>
          <a:p xmlns:a="http://schemas.openxmlformats.org/drawingml/2006/main">
            <a:pPr algn="l">
              <a:buNone/>
              <a:defRPr sz="1200" b="1">
                <a:solidFill>
                  <a:srgbClr val="122238"/>
                </a:solidFill>
                <a:latin typeface="Aptos"/>
                <a:ea typeface="Aptos"/>
                <a:cs typeface="Aptos"/>
              </a:defRPr>
            </a:pPr>
            <a:r>
              <a:rPr sz="1200" b="1">
                <a:solidFill>
                  <a:srgbClr val="122238"/>
                </a:solidFill>
                <a:latin typeface="Aptos"/>
                <a:ea typeface="Aptos"/>
                <a:cs typeface="Aptos"/>
              </a:rPr>
              <a:t>P-WL-C → Binary</a:t>
            </a:r>
          </a:p>
        </p:txBody>
      </p:sp>
      <p:sp>
        <p:nvSpPr>
          <p:cNvPr id="32" name="">
            <a:extLst xmlns:a="http://schemas.openxmlformats.org/drawingml/2006/main">
              <a:ext uri="{FF2B5EF4-FFF2-40B4-BE49-F238E27FC236}">
                <a16:creationId xmlns:a16="http://schemas.microsoft.com/office/drawing/2014/main" id="{CEE59B37-B9C1-4678-8073-38599A55D046}"/>
              </a:ext>
            </a:extLst>
          </p:cNvPr>
          <p:cNvSpPr>
            <a:spLocks xmlns:a="http://schemas.openxmlformats.org/drawingml/2006/main" noGrp="1"/>
          </p:cNvSpPr>
          <p:nvPr/>
        </p:nvSpPr>
        <p:spPr>
          <a:xfrm xmlns:a="http://schemas.openxmlformats.org/drawingml/2006/main">
            <a:off x="3295650" y="3133725"/>
            <a:ext cx="142875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33" name="">
            <a:extLst xmlns:a="http://schemas.openxmlformats.org/drawingml/2006/main">
              <a:ext uri="{FF2B5EF4-FFF2-40B4-BE49-F238E27FC236}">
                <a16:creationId xmlns:a16="http://schemas.microsoft.com/office/drawing/2014/main" id="{FB9891C6-D836-44A1-ADA4-0603AF2258B1}"/>
              </a:ext>
            </a:extLst>
          </p:cNvPr>
          <p:cNvSpPr>
            <a:spLocks xmlns:a="http://schemas.openxmlformats.org/drawingml/2006/main" noGrp="1"/>
          </p:cNvSpPr>
          <p:nvPr/>
        </p:nvSpPr>
        <p:spPr>
          <a:xfrm xmlns:a="http://schemas.openxmlformats.org/drawingml/2006/main">
            <a:off x="3390900" y="3152775"/>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−1.71637</a:t>
            </a:r>
          </a:p>
        </p:txBody>
      </p:sp>
      <p:sp>
        <p:nvSpPr>
          <p:cNvPr id="34" name="">
            <a:extLst xmlns:a="http://schemas.openxmlformats.org/drawingml/2006/main">
              <a:ext uri="{FF2B5EF4-FFF2-40B4-BE49-F238E27FC236}">
                <a16:creationId xmlns:a16="http://schemas.microsoft.com/office/drawing/2014/main" id="{1CEC3DD7-578A-42A8-A8D8-6773BCFA3DE7}"/>
              </a:ext>
            </a:extLst>
          </p:cNvPr>
          <p:cNvSpPr>
            <a:spLocks xmlns:a="http://schemas.openxmlformats.org/drawingml/2006/main" noGrp="1"/>
          </p:cNvSpPr>
          <p:nvPr/>
        </p:nvSpPr>
        <p:spPr>
          <a:xfrm xmlns:a="http://schemas.openxmlformats.org/drawingml/2006/main">
            <a:off x="4724400" y="3133725"/>
            <a:ext cx="142875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35" name="">
            <a:extLst xmlns:a="http://schemas.openxmlformats.org/drawingml/2006/main">
              <a:ext uri="{FF2B5EF4-FFF2-40B4-BE49-F238E27FC236}">
                <a16:creationId xmlns:a16="http://schemas.microsoft.com/office/drawing/2014/main" id="{A93227C7-D516-4C1F-BA20-D24A740C7B9E}"/>
              </a:ext>
            </a:extLst>
          </p:cNvPr>
          <p:cNvSpPr>
            <a:spLocks xmlns:a="http://schemas.openxmlformats.org/drawingml/2006/main" noGrp="1"/>
          </p:cNvSpPr>
          <p:nvPr/>
        </p:nvSpPr>
        <p:spPr>
          <a:xfrm xmlns:a="http://schemas.openxmlformats.org/drawingml/2006/main">
            <a:off x="4819650" y="3152775"/>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22238"/>
                </a:solidFill>
                <a:latin typeface="Aptos"/>
                <a:ea typeface="Aptos"/>
                <a:cs typeface="Aptos"/>
              </a:defRPr>
            </a:defPPr>
          </a:lstStyle>
          <a:p xmlns:a="http://schemas.openxmlformats.org/drawingml/2006/main">
            <a:pPr algn="ctr">
              <a:buNone/>
              <a:defRPr sz="1200" b="0">
                <a:solidFill>
                  <a:srgbClr val="122238"/>
                </a:solidFill>
                <a:latin typeface="Aptos"/>
                <a:ea typeface="Aptos"/>
                <a:cs typeface="Aptos"/>
              </a:defRPr>
            </a:pPr>
            <a:r>
              <a:rPr sz="1200" b="0">
                <a:solidFill>
                  <a:srgbClr val="122238"/>
                </a:solidFill>
                <a:latin typeface="Aptos"/>
                <a:ea typeface="Aptos"/>
                <a:cs typeface="Aptos"/>
              </a:rPr>
              <a:t>−1.98133</a:t>
            </a:r>
          </a:p>
        </p:txBody>
      </p:sp>
      <p:sp>
        <p:nvSpPr>
          <p:cNvPr id="36" name="">
            <a:extLst xmlns:a="http://schemas.openxmlformats.org/drawingml/2006/main">
              <a:ext uri="{FF2B5EF4-FFF2-40B4-BE49-F238E27FC236}">
                <a16:creationId xmlns:a16="http://schemas.microsoft.com/office/drawing/2014/main" id="{0386ACB2-637D-4278-91EE-4985FC080FBD}"/>
              </a:ext>
            </a:extLst>
          </p:cNvPr>
          <p:cNvSpPr>
            <a:spLocks xmlns:a="http://schemas.openxmlformats.org/drawingml/2006/main" noGrp="1"/>
          </p:cNvSpPr>
          <p:nvPr/>
        </p:nvSpPr>
        <p:spPr>
          <a:xfrm xmlns:a="http://schemas.openxmlformats.org/drawingml/2006/main">
            <a:off x="590550" y="37909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PTC-MR SUPPLEMENTARY</a:t>
            </a:r>
          </a:p>
        </p:txBody>
      </p:sp>
      <p:sp>
        <p:nvSpPr>
          <p:cNvPr id="37" name="">
            <a:extLst xmlns:a="http://schemas.openxmlformats.org/drawingml/2006/main">
              <a:ext uri="{FF2B5EF4-FFF2-40B4-BE49-F238E27FC236}">
                <a16:creationId xmlns:a16="http://schemas.microsoft.com/office/drawing/2014/main" id="{8D595C58-41B6-44F7-939F-B347DE2BAEBA}"/>
              </a:ext>
            </a:extLst>
          </p:cNvPr>
          <p:cNvSpPr>
            <a:spLocks xmlns:a="http://schemas.openxmlformats.org/drawingml/2006/main" noGrp="1"/>
          </p:cNvSpPr>
          <p:nvPr/>
        </p:nvSpPr>
        <p:spPr>
          <a:xfrm xmlns:a="http://schemas.openxmlformats.org/drawingml/2006/main">
            <a:off x="590550" y="4048125"/>
            <a:ext cx="2705100" cy="361950"/>
          </a:xfrm>
          <a:prstGeom xmlns:a="http://schemas.openxmlformats.org/drawingml/2006/main" prst="rect">
            <a:avLst/>
          </a:prstGeom>
          <a:solidFill xmlns:a="http://schemas.openxmlformats.org/drawingml/2006/main">
            <a:srgbClr val="007F78"/>
          </a:solidFill>
          <a:ln xmlns:a="http://schemas.openxmlformats.org/drawingml/2006/main" w="9525">
            <a:solidFill>
              <a:srgbClr val="007F78"/>
            </a:solidFill>
            <a:prstDash val="solid"/>
          </a:ln>
        </p:spPr>
      </p:sp>
      <p:sp>
        <p:nvSpPr>
          <p:cNvPr id="38" name="">
            <a:extLst xmlns:a="http://schemas.openxmlformats.org/drawingml/2006/main">
              <a:ext uri="{FF2B5EF4-FFF2-40B4-BE49-F238E27FC236}">
                <a16:creationId xmlns:a16="http://schemas.microsoft.com/office/drawing/2014/main" id="{2F7F1B67-DB4A-454A-B955-632AC16BA624}"/>
              </a:ext>
            </a:extLst>
          </p:cNvPr>
          <p:cNvSpPr>
            <a:spLocks xmlns:a="http://schemas.openxmlformats.org/drawingml/2006/main" noGrp="1"/>
          </p:cNvSpPr>
          <p:nvPr/>
        </p:nvSpPr>
        <p:spPr>
          <a:xfrm xmlns:a="http://schemas.openxmlformats.org/drawingml/2006/main">
            <a:off x="685800" y="4067175"/>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FFFFF"/>
                </a:solidFill>
                <a:latin typeface="Aptos"/>
                <a:ea typeface="Aptos"/>
                <a:cs typeface="Aptos"/>
              </a:defRPr>
            </a:defPPr>
          </a:lstStyle>
          <a:p xmlns:a="http://schemas.openxmlformats.org/drawingml/2006/main">
            <a:pPr algn="l">
              <a:buNone/>
              <a:defRPr sz="1125" b="1">
                <a:solidFill>
                  <a:srgbClr val="FFFFFF"/>
                </a:solidFill>
                <a:latin typeface="Aptos"/>
                <a:ea typeface="Aptos"/>
                <a:cs typeface="Aptos"/>
              </a:defRPr>
            </a:pPr>
            <a:r>
              <a:rPr sz="1125" b="1">
                <a:solidFill>
                  <a:srgbClr val="FFFFFF"/>
                </a:solidFill>
                <a:latin typeface="Aptos"/>
                <a:ea typeface="Aptos"/>
                <a:cs typeface="Aptos"/>
              </a:rPr>
              <a:t>Change</a:t>
            </a:r>
          </a:p>
        </p:txBody>
      </p:sp>
      <p:sp>
        <p:nvSpPr>
          <p:cNvPr id="39" name="">
            <a:extLst xmlns:a="http://schemas.openxmlformats.org/drawingml/2006/main">
              <a:ext uri="{FF2B5EF4-FFF2-40B4-BE49-F238E27FC236}">
                <a16:creationId xmlns:a16="http://schemas.microsoft.com/office/drawing/2014/main" id="{83EE2C36-ED8B-48E2-A08F-93C3F3E1B3A2}"/>
              </a:ext>
            </a:extLst>
          </p:cNvPr>
          <p:cNvSpPr>
            <a:spLocks xmlns:a="http://schemas.openxmlformats.org/drawingml/2006/main" noGrp="1"/>
          </p:cNvSpPr>
          <p:nvPr/>
        </p:nvSpPr>
        <p:spPr>
          <a:xfrm xmlns:a="http://schemas.openxmlformats.org/drawingml/2006/main">
            <a:off x="3295650" y="4048125"/>
            <a:ext cx="1428750" cy="361950"/>
          </a:xfrm>
          <a:prstGeom xmlns:a="http://schemas.openxmlformats.org/drawingml/2006/main" prst="rect">
            <a:avLst/>
          </a:prstGeom>
          <a:solidFill xmlns:a="http://schemas.openxmlformats.org/drawingml/2006/main">
            <a:srgbClr val="007F78"/>
          </a:solidFill>
          <a:ln xmlns:a="http://schemas.openxmlformats.org/drawingml/2006/main" w="9525">
            <a:solidFill>
              <a:srgbClr val="007F78"/>
            </a:solidFill>
            <a:prstDash val="solid"/>
          </a:ln>
        </p:spPr>
      </p:sp>
      <p:sp>
        <p:nvSpPr>
          <p:cNvPr id="40" name="">
            <a:extLst xmlns:a="http://schemas.openxmlformats.org/drawingml/2006/main">
              <a:ext uri="{FF2B5EF4-FFF2-40B4-BE49-F238E27FC236}">
                <a16:creationId xmlns:a16="http://schemas.microsoft.com/office/drawing/2014/main" id="{27BAC586-5D5C-4D31-9900-E869E4588E23}"/>
              </a:ext>
            </a:extLst>
          </p:cNvPr>
          <p:cNvSpPr>
            <a:spLocks xmlns:a="http://schemas.openxmlformats.org/drawingml/2006/main" noGrp="1"/>
          </p:cNvSpPr>
          <p:nvPr/>
        </p:nvSpPr>
        <p:spPr>
          <a:xfrm xmlns:a="http://schemas.openxmlformats.org/drawingml/2006/main">
            <a:off x="3390900" y="4067175"/>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Accuracy</a:t>
            </a:r>
          </a:p>
        </p:txBody>
      </p:sp>
      <p:sp>
        <p:nvSpPr>
          <p:cNvPr id="41" name="">
            <a:extLst xmlns:a="http://schemas.openxmlformats.org/drawingml/2006/main">
              <a:ext uri="{FF2B5EF4-FFF2-40B4-BE49-F238E27FC236}">
                <a16:creationId xmlns:a16="http://schemas.microsoft.com/office/drawing/2014/main" id="{75C9F0B2-C6BA-4934-A69F-9066D8920F95}"/>
              </a:ext>
            </a:extLst>
          </p:cNvPr>
          <p:cNvSpPr>
            <a:spLocks xmlns:a="http://schemas.openxmlformats.org/drawingml/2006/main" noGrp="1"/>
          </p:cNvSpPr>
          <p:nvPr/>
        </p:nvSpPr>
        <p:spPr>
          <a:xfrm xmlns:a="http://schemas.openxmlformats.org/drawingml/2006/main">
            <a:off x="4724400" y="4048125"/>
            <a:ext cx="1428750" cy="361950"/>
          </a:xfrm>
          <a:prstGeom xmlns:a="http://schemas.openxmlformats.org/drawingml/2006/main" prst="rect">
            <a:avLst/>
          </a:prstGeom>
          <a:solidFill xmlns:a="http://schemas.openxmlformats.org/drawingml/2006/main">
            <a:srgbClr val="007F78"/>
          </a:solidFill>
          <a:ln xmlns:a="http://schemas.openxmlformats.org/drawingml/2006/main" w="9525">
            <a:solidFill>
              <a:srgbClr val="007F78"/>
            </a:solidFill>
            <a:prstDash val="solid"/>
          </a:ln>
        </p:spPr>
      </p:sp>
      <p:sp>
        <p:nvSpPr>
          <p:cNvPr id="42" name="">
            <a:extLst xmlns:a="http://schemas.openxmlformats.org/drawingml/2006/main">
              <a:ext uri="{FF2B5EF4-FFF2-40B4-BE49-F238E27FC236}">
                <a16:creationId xmlns:a16="http://schemas.microsoft.com/office/drawing/2014/main" id="{F96FEB15-23FF-4258-8BE3-022A94346853}"/>
              </a:ext>
            </a:extLst>
          </p:cNvPr>
          <p:cNvSpPr>
            <a:spLocks xmlns:a="http://schemas.openxmlformats.org/drawingml/2006/main" noGrp="1"/>
          </p:cNvSpPr>
          <p:nvPr/>
        </p:nvSpPr>
        <p:spPr>
          <a:xfrm xmlns:a="http://schemas.openxmlformats.org/drawingml/2006/main">
            <a:off x="4819650" y="4067175"/>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Macro-F1</a:t>
            </a:r>
          </a:p>
        </p:txBody>
      </p:sp>
      <p:sp>
        <p:nvSpPr>
          <p:cNvPr id="43" name="">
            <a:extLst xmlns:a="http://schemas.openxmlformats.org/drawingml/2006/main">
              <a:ext uri="{FF2B5EF4-FFF2-40B4-BE49-F238E27FC236}">
                <a16:creationId xmlns:a16="http://schemas.microsoft.com/office/drawing/2014/main" id="{0F075ECA-6D5F-41A4-B268-16CE978AB008}"/>
              </a:ext>
            </a:extLst>
          </p:cNvPr>
          <p:cNvSpPr>
            <a:spLocks xmlns:a="http://schemas.openxmlformats.org/drawingml/2006/main" noGrp="1"/>
          </p:cNvSpPr>
          <p:nvPr/>
        </p:nvSpPr>
        <p:spPr>
          <a:xfrm xmlns:a="http://schemas.openxmlformats.org/drawingml/2006/main">
            <a:off x="590550" y="4410075"/>
            <a:ext cx="270510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44" name="">
            <a:extLst xmlns:a="http://schemas.openxmlformats.org/drawingml/2006/main">
              <a:ext uri="{FF2B5EF4-FFF2-40B4-BE49-F238E27FC236}">
                <a16:creationId xmlns:a16="http://schemas.microsoft.com/office/drawing/2014/main" id="{0A732024-C01B-4AB2-9B91-0F48DDE2CE95}"/>
              </a:ext>
            </a:extLst>
          </p:cNvPr>
          <p:cNvSpPr>
            <a:spLocks xmlns:a="http://schemas.openxmlformats.org/drawingml/2006/main" noGrp="1"/>
          </p:cNvSpPr>
          <p:nvPr/>
        </p:nvSpPr>
        <p:spPr>
          <a:xfrm xmlns:a="http://schemas.openxmlformats.org/drawingml/2006/main">
            <a:off x="685800" y="4429125"/>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22238"/>
                </a:solidFill>
                <a:latin typeface="Aptos"/>
                <a:ea typeface="Aptos"/>
                <a:cs typeface="Aptos"/>
              </a:defRPr>
            </a:defPPr>
          </a:lstStyle>
          <a:p xmlns:a="http://schemas.openxmlformats.org/drawingml/2006/main">
            <a:pPr algn="l">
              <a:buNone/>
              <a:defRPr sz="1125" b="1">
                <a:solidFill>
                  <a:srgbClr val="122238"/>
                </a:solidFill>
                <a:latin typeface="Aptos"/>
                <a:ea typeface="Aptos"/>
                <a:cs typeface="Aptos"/>
              </a:defRPr>
            </a:pPr>
            <a:r>
              <a:rPr sz="1125" b="1">
                <a:solidFill>
                  <a:srgbClr val="122238"/>
                </a:solidFill>
                <a:latin typeface="Aptos"/>
                <a:ea typeface="Aptos"/>
                <a:cs typeface="Aptos"/>
              </a:rPr>
              <a:t>WL → P-WL</a:t>
            </a:r>
          </a:p>
        </p:txBody>
      </p:sp>
      <p:sp>
        <p:nvSpPr>
          <p:cNvPr id="45" name="">
            <a:extLst xmlns:a="http://schemas.openxmlformats.org/drawingml/2006/main">
              <a:ext uri="{FF2B5EF4-FFF2-40B4-BE49-F238E27FC236}">
                <a16:creationId xmlns:a16="http://schemas.microsoft.com/office/drawing/2014/main" id="{0BA3B3F3-B4EF-4CF6-AD43-3A7E33951054}"/>
              </a:ext>
            </a:extLst>
          </p:cNvPr>
          <p:cNvSpPr>
            <a:spLocks xmlns:a="http://schemas.openxmlformats.org/drawingml/2006/main" noGrp="1"/>
          </p:cNvSpPr>
          <p:nvPr/>
        </p:nvSpPr>
        <p:spPr>
          <a:xfrm xmlns:a="http://schemas.openxmlformats.org/drawingml/2006/main">
            <a:off x="3295650" y="4410075"/>
            <a:ext cx="142875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46" name="">
            <a:extLst xmlns:a="http://schemas.openxmlformats.org/drawingml/2006/main">
              <a:ext uri="{FF2B5EF4-FFF2-40B4-BE49-F238E27FC236}">
                <a16:creationId xmlns:a16="http://schemas.microsoft.com/office/drawing/2014/main" id="{1A18E1FD-2B0C-4C91-ADA4-C3B47AB55308}"/>
              </a:ext>
            </a:extLst>
          </p:cNvPr>
          <p:cNvSpPr>
            <a:spLocks xmlns:a="http://schemas.openxmlformats.org/drawingml/2006/main" noGrp="1"/>
          </p:cNvSpPr>
          <p:nvPr/>
        </p:nvSpPr>
        <p:spPr>
          <a:xfrm xmlns:a="http://schemas.openxmlformats.org/drawingml/2006/main">
            <a:off x="3390900" y="4429125"/>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122238"/>
                </a:solidFill>
                <a:latin typeface="Aptos"/>
                <a:ea typeface="Aptos"/>
                <a:cs typeface="Aptos"/>
              </a:defRPr>
            </a:defPPr>
          </a:lstStyle>
          <a:p xmlns:a="http://schemas.openxmlformats.org/drawingml/2006/main">
            <a:pPr algn="ctr">
              <a:buNone/>
              <a:defRPr sz="1125" b="0">
                <a:solidFill>
                  <a:srgbClr val="122238"/>
                </a:solidFill>
                <a:latin typeface="Aptos"/>
                <a:ea typeface="Aptos"/>
                <a:cs typeface="Aptos"/>
              </a:defRPr>
            </a:pPr>
            <a:r>
              <a:rPr sz="1125" b="0">
                <a:solidFill>
                  <a:srgbClr val="122238"/>
                </a:solidFill>
                <a:latin typeface="Aptos"/>
                <a:ea typeface="Aptos"/>
                <a:cs typeface="Aptos"/>
              </a:rPr>
              <a:t>+0.44034</a:t>
            </a:r>
          </a:p>
        </p:txBody>
      </p:sp>
      <p:sp>
        <p:nvSpPr>
          <p:cNvPr id="47" name="">
            <a:extLst xmlns:a="http://schemas.openxmlformats.org/drawingml/2006/main">
              <a:ext uri="{FF2B5EF4-FFF2-40B4-BE49-F238E27FC236}">
                <a16:creationId xmlns:a16="http://schemas.microsoft.com/office/drawing/2014/main" id="{4A706396-3C5C-4372-B9A3-366C61677B6A}"/>
              </a:ext>
            </a:extLst>
          </p:cNvPr>
          <p:cNvSpPr>
            <a:spLocks xmlns:a="http://schemas.openxmlformats.org/drawingml/2006/main" noGrp="1"/>
          </p:cNvSpPr>
          <p:nvPr/>
        </p:nvSpPr>
        <p:spPr>
          <a:xfrm xmlns:a="http://schemas.openxmlformats.org/drawingml/2006/main">
            <a:off x="4724400" y="4410075"/>
            <a:ext cx="142875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48" name="">
            <a:extLst xmlns:a="http://schemas.openxmlformats.org/drawingml/2006/main">
              <a:ext uri="{FF2B5EF4-FFF2-40B4-BE49-F238E27FC236}">
                <a16:creationId xmlns:a16="http://schemas.microsoft.com/office/drawing/2014/main" id="{1D84D9D5-00BA-4DDA-BCA9-7BEF0DC5C832}"/>
              </a:ext>
            </a:extLst>
          </p:cNvPr>
          <p:cNvSpPr>
            <a:spLocks xmlns:a="http://schemas.openxmlformats.org/drawingml/2006/main" noGrp="1"/>
          </p:cNvSpPr>
          <p:nvPr/>
        </p:nvSpPr>
        <p:spPr>
          <a:xfrm xmlns:a="http://schemas.openxmlformats.org/drawingml/2006/main">
            <a:off x="4819650" y="4429125"/>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122238"/>
                </a:solidFill>
                <a:latin typeface="Aptos"/>
                <a:ea typeface="Aptos"/>
                <a:cs typeface="Aptos"/>
              </a:defRPr>
            </a:defPPr>
          </a:lstStyle>
          <a:p xmlns:a="http://schemas.openxmlformats.org/drawingml/2006/main">
            <a:pPr algn="ctr">
              <a:buNone/>
              <a:defRPr sz="1125" b="0">
                <a:solidFill>
                  <a:srgbClr val="122238"/>
                </a:solidFill>
                <a:latin typeface="Aptos"/>
                <a:ea typeface="Aptos"/>
                <a:cs typeface="Aptos"/>
              </a:defRPr>
            </a:pPr>
            <a:r>
              <a:rPr sz="1125" b="0">
                <a:solidFill>
                  <a:srgbClr val="122238"/>
                </a:solidFill>
                <a:latin typeface="Aptos"/>
                <a:ea typeface="Aptos"/>
                <a:cs typeface="Aptos"/>
              </a:rPr>
              <a:t>+0.49549</a:t>
            </a:r>
          </a:p>
        </p:txBody>
      </p:sp>
      <p:sp>
        <p:nvSpPr>
          <p:cNvPr id="49" name="">
            <a:extLst xmlns:a="http://schemas.openxmlformats.org/drawingml/2006/main">
              <a:ext uri="{FF2B5EF4-FFF2-40B4-BE49-F238E27FC236}">
                <a16:creationId xmlns:a16="http://schemas.microsoft.com/office/drawing/2014/main" id="{A238C6D6-0714-4167-815E-E3953B7412D8}"/>
              </a:ext>
            </a:extLst>
          </p:cNvPr>
          <p:cNvSpPr>
            <a:spLocks xmlns:a="http://schemas.openxmlformats.org/drawingml/2006/main" noGrp="1"/>
          </p:cNvSpPr>
          <p:nvPr/>
        </p:nvSpPr>
        <p:spPr>
          <a:xfrm xmlns:a="http://schemas.openxmlformats.org/drawingml/2006/main">
            <a:off x="590550" y="4819650"/>
            <a:ext cx="270510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50" name="">
            <a:extLst xmlns:a="http://schemas.openxmlformats.org/drawingml/2006/main">
              <a:ext uri="{FF2B5EF4-FFF2-40B4-BE49-F238E27FC236}">
                <a16:creationId xmlns:a16="http://schemas.microsoft.com/office/drawing/2014/main" id="{73BCD7FA-FE5F-4590-AAD6-CABDD3D74E49}"/>
              </a:ext>
            </a:extLst>
          </p:cNvPr>
          <p:cNvSpPr>
            <a:spLocks xmlns:a="http://schemas.openxmlformats.org/drawingml/2006/main" noGrp="1"/>
          </p:cNvSpPr>
          <p:nvPr/>
        </p:nvSpPr>
        <p:spPr>
          <a:xfrm xmlns:a="http://schemas.openxmlformats.org/drawingml/2006/main">
            <a:off x="685800" y="4838700"/>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22238"/>
                </a:solidFill>
                <a:latin typeface="Aptos"/>
                <a:ea typeface="Aptos"/>
                <a:cs typeface="Aptos"/>
              </a:defRPr>
            </a:defPPr>
          </a:lstStyle>
          <a:p xmlns:a="http://schemas.openxmlformats.org/drawingml/2006/main">
            <a:pPr algn="l">
              <a:buNone/>
              <a:defRPr sz="1125" b="1">
                <a:solidFill>
                  <a:srgbClr val="122238"/>
                </a:solidFill>
                <a:latin typeface="Aptos"/>
                <a:ea typeface="Aptos"/>
                <a:cs typeface="Aptos"/>
              </a:defRPr>
            </a:pPr>
            <a:r>
              <a:rPr sz="1125" b="1">
                <a:solidFill>
                  <a:srgbClr val="122238"/>
                </a:solidFill>
                <a:latin typeface="Aptos"/>
                <a:ea typeface="Aptos"/>
                <a:cs typeface="Aptos"/>
              </a:rPr>
              <a:t>P-WL → P-WL-C</a:t>
            </a:r>
          </a:p>
        </p:txBody>
      </p:sp>
      <p:sp>
        <p:nvSpPr>
          <p:cNvPr id="51" name="">
            <a:extLst xmlns:a="http://schemas.openxmlformats.org/drawingml/2006/main">
              <a:ext uri="{FF2B5EF4-FFF2-40B4-BE49-F238E27FC236}">
                <a16:creationId xmlns:a16="http://schemas.microsoft.com/office/drawing/2014/main" id="{4F89E9E5-B19B-41BC-AC02-85316C3EC631}"/>
              </a:ext>
            </a:extLst>
          </p:cNvPr>
          <p:cNvSpPr>
            <a:spLocks xmlns:a="http://schemas.openxmlformats.org/drawingml/2006/main" noGrp="1"/>
          </p:cNvSpPr>
          <p:nvPr/>
        </p:nvSpPr>
        <p:spPr>
          <a:xfrm xmlns:a="http://schemas.openxmlformats.org/drawingml/2006/main">
            <a:off x="3295650" y="4819650"/>
            <a:ext cx="142875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52" name="">
            <a:extLst xmlns:a="http://schemas.openxmlformats.org/drawingml/2006/main">
              <a:ext uri="{FF2B5EF4-FFF2-40B4-BE49-F238E27FC236}">
                <a16:creationId xmlns:a16="http://schemas.microsoft.com/office/drawing/2014/main" id="{0632B93F-CF83-48E2-AC53-611DE09F764B}"/>
              </a:ext>
            </a:extLst>
          </p:cNvPr>
          <p:cNvSpPr>
            <a:spLocks xmlns:a="http://schemas.openxmlformats.org/drawingml/2006/main" noGrp="1"/>
          </p:cNvSpPr>
          <p:nvPr/>
        </p:nvSpPr>
        <p:spPr>
          <a:xfrm xmlns:a="http://schemas.openxmlformats.org/drawingml/2006/main">
            <a:off x="3390900" y="4838700"/>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122238"/>
                </a:solidFill>
                <a:latin typeface="Aptos"/>
                <a:ea typeface="Aptos"/>
                <a:cs typeface="Aptos"/>
              </a:defRPr>
            </a:defPPr>
          </a:lstStyle>
          <a:p xmlns:a="http://schemas.openxmlformats.org/drawingml/2006/main">
            <a:pPr algn="ctr">
              <a:buNone/>
              <a:defRPr sz="1125" b="0">
                <a:solidFill>
                  <a:srgbClr val="122238"/>
                </a:solidFill>
                <a:latin typeface="Aptos"/>
                <a:ea typeface="Aptos"/>
                <a:cs typeface="Aptos"/>
              </a:defRPr>
            </a:pPr>
            <a:r>
              <a:rPr sz="1125" b="0">
                <a:solidFill>
                  <a:srgbClr val="122238"/>
                </a:solidFill>
                <a:latin typeface="Aptos"/>
                <a:ea typeface="Aptos"/>
                <a:cs typeface="Aptos"/>
              </a:rPr>
              <a:t>−0.55210</a:t>
            </a:r>
          </a:p>
        </p:txBody>
      </p:sp>
      <p:sp>
        <p:nvSpPr>
          <p:cNvPr id="53" name="">
            <a:extLst xmlns:a="http://schemas.openxmlformats.org/drawingml/2006/main">
              <a:ext uri="{FF2B5EF4-FFF2-40B4-BE49-F238E27FC236}">
                <a16:creationId xmlns:a16="http://schemas.microsoft.com/office/drawing/2014/main" id="{3C693C0E-5369-4E44-8C2D-2A3329695621}"/>
              </a:ext>
            </a:extLst>
          </p:cNvPr>
          <p:cNvSpPr>
            <a:spLocks xmlns:a="http://schemas.openxmlformats.org/drawingml/2006/main" noGrp="1"/>
          </p:cNvSpPr>
          <p:nvPr/>
        </p:nvSpPr>
        <p:spPr>
          <a:xfrm xmlns:a="http://schemas.openxmlformats.org/drawingml/2006/main">
            <a:off x="4724400" y="4819650"/>
            <a:ext cx="1428750" cy="4095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3"/>
            </a:solidFill>
            <a:prstDash val="solid"/>
          </a:ln>
        </p:spPr>
      </p:sp>
      <p:sp>
        <p:nvSpPr>
          <p:cNvPr id="54" name="">
            <a:extLst xmlns:a="http://schemas.openxmlformats.org/drawingml/2006/main">
              <a:ext uri="{FF2B5EF4-FFF2-40B4-BE49-F238E27FC236}">
                <a16:creationId xmlns:a16="http://schemas.microsoft.com/office/drawing/2014/main" id="{776E6AB6-65FA-4C62-B50E-DC004E124F0B}"/>
              </a:ext>
            </a:extLst>
          </p:cNvPr>
          <p:cNvSpPr>
            <a:spLocks xmlns:a="http://schemas.openxmlformats.org/drawingml/2006/main" noGrp="1"/>
          </p:cNvSpPr>
          <p:nvPr/>
        </p:nvSpPr>
        <p:spPr>
          <a:xfrm xmlns:a="http://schemas.openxmlformats.org/drawingml/2006/main">
            <a:off x="4819650" y="4838700"/>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122238"/>
                </a:solidFill>
                <a:latin typeface="Aptos"/>
                <a:ea typeface="Aptos"/>
                <a:cs typeface="Aptos"/>
              </a:defRPr>
            </a:defPPr>
          </a:lstStyle>
          <a:p xmlns:a="http://schemas.openxmlformats.org/drawingml/2006/main">
            <a:pPr algn="ctr">
              <a:buNone/>
              <a:defRPr sz="1125" b="0">
                <a:solidFill>
                  <a:srgbClr val="122238"/>
                </a:solidFill>
                <a:latin typeface="Aptos"/>
                <a:ea typeface="Aptos"/>
                <a:cs typeface="Aptos"/>
              </a:defRPr>
            </a:pPr>
            <a:r>
              <a:rPr sz="1125" b="0">
                <a:solidFill>
                  <a:srgbClr val="122238"/>
                </a:solidFill>
                <a:latin typeface="Aptos"/>
                <a:ea typeface="Aptos"/>
                <a:cs typeface="Aptos"/>
              </a:rPr>
              <a:t>−0.82427</a:t>
            </a:r>
          </a:p>
        </p:txBody>
      </p:sp>
      <p:sp>
        <p:nvSpPr>
          <p:cNvPr id="55" name="">
            <a:extLst xmlns:a="http://schemas.openxmlformats.org/drawingml/2006/main">
              <a:ext uri="{FF2B5EF4-FFF2-40B4-BE49-F238E27FC236}">
                <a16:creationId xmlns:a16="http://schemas.microsoft.com/office/drawing/2014/main" id="{8532B6DC-B5E2-419D-9710-3774FDB9EC8E}"/>
              </a:ext>
            </a:extLst>
          </p:cNvPr>
          <p:cNvSpPr>
            <a:spLocks xmlns:a="http://schemas.openxmlformats.org/drawingml/2006/main" noGrp="1"/>
          </p:cNvSpPr>
          <p:nvPr/>
        </p:nvSpPr>
        <p:spPr>
          <a:xfrm xmlns:a="http://schemas.openxmlformats.org/drawingml/2006/main">
            <a:off x="590550" y="5229225"/>
            <a:ext cx="270510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56" name="">
            <a:extLst xmlns:a="http://schemas.openxmlformats.org/drawingml/2006/main">
              <a:ext uri="{FF2B5EF4-FFF2-40B4-BE49-F238E27FC236}">
                <a16:creationId xmlns:a16="http://schemas.microsoft.com/office/drawing/2014/main" id="{22D6CA34-186A-4964-BEF8-A78CAA94AE2A}"/>
              </a:ext>
            </a:extLst>
          </p:cNvPr>
          <p:cNvSpPr>
            <a:spLocks xmlns:a="http://schemas.openxmlformats.org/drawingml/2006/main" noGrp="1"/>
          </p:cNvSpPr>
          <p:nvPr/>
        </p:nvSpPr>
        <p:spPr>
          <a:xfrm xmlns:a="http://schemas.openxmlformats.org/drawingml/2006/main">
            <a:off x="685800" y="5248275"/>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22238"/>
                </a:solidFill>
                <a:latin typeface="Aptos"/>
                <a:ea typeface="Aptos"/>
                <a:cs typeface="Aptos"/>
              </a:defRPr>
            </a:defPPr>
          </a:lstStyle>
          <a:p xmlns:a="http://schemas.openxmlformats.org/drawingml/2006/main">
            <a:pPr algn="l">
              <a:buNone/>
              <a:defRPr sz="1125" b="1">
                <a:solidFill>
                  <a:srgbClr val="122238"/>
                </a:solidFill>
                <a:latin typeface="Aptos"/>
                <a:ea typeface="Aptos"/>
                <a:cs typeface="Aptos"/>
              </a:defRPr>
            </a:pPr>
            <a:r>
              <a:rPr sz="1125" b="1">
                <a:solidFill>
                  <a:srgbClr val="122238"/>
                </a:solidFill>
                <a:latin typeface="Aptos"/>
                <a:ea typeface="Aptos"/>
                <a:cs typeface="Aptos"/>
              </a:rPr>
              <a:t>P-WL-C → λ-selected</a:t>
            </a:r>
          </a:p>
        </p:txBody>
      </p:sp>
      <p:sp>
        <p:nvSpPr>
          <p:cNvPr id="57" name="">
            <a:extLst xmlns:a="http://schemas.openxmlformats.org/drawingml/2006/main">
              <a:ext uri="{FF2B5EF4-FFF2-40B4-BE49-F238E27FC236}">
                <a16:creationId xmlns:a16="http://schemas.microsoft.com/office/drawing/2014/main" id="{B7E19881-9414-400A-955E-54B4A31CDA2A}"/>
              </a:ext>
            </a:extLst>
          </p:cNvPr>
          <p:cNvSpPr>
            <a:spLocks xmlns:a="http://schemas.openxmlformats.org/drawingml/2006/main" noGrp="1"/>
          </p:cNvSpPr>
          <p:nvPr/>
        </p:nvSpPr>
        <p:spPr>
          <a:xfrm xmlns:a="http://schemas.openxmlformats.org/drawingml/2006/main">
            <a:off x="3295650" y="5229225"/>
            <a:ext cx="142875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58" name="">
            <a:extLst xmlns:a="http://schemas.openxmlformats.org/drawingml/2006/main">
              <a:ext uri="{FF2B5EF4-FFF2-40B4-BE49-F238E27FC236}">
                <a16:creationId xmlns:a16="http://schemas.microsoft.com/office/drawing/2014/main" id="{81820E51-12C5-467A-9D52-C5707CDB84DC}"/>
              </a:ext>
            </a:extLst>
          </p:cNvPr>
          <p:cNvSpPr>
            <a:spLocks xmlns:a="http://schemas.openxmlformats.org/drawingml/2006/main" noGrp="1"/>
          </p:cNvSpPr>
          <p:nvPr/>
        </p:nvSpPr>
        <p:spPr>
          <a:xfrm xmlns:a="http://schemas.openxmlformats.org/drawingml/2006/main">
            <a:off x="3390900" y="5248275"/>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122238"/>
                </a:solidFill>
                <a:latin typeface="Aptos"/>
                <a:ea typeface="Aptos"/>
                <a:cs typeface="Aptos"/>
              </a:defRPr>
            </a:defPPr>
          </a:lstStyle>
          <a:p xmlns:a="http://schemas.openxmlformats.org/drawingml/2006/main">
            <a:pPr algn="ctr">
              <a:buNone/>
              <a:defRPr sz="1125" b="0">
                <a:solidFill>
                  <a:srgbClr val="122238"/>
                </a:solidFill>
                <a:latin typeface="Aptos"/>
                <a:ea typeface="Aptos"/>
                <a:cs typeface="Aptos"/>
              </a:defRPr>
            </a:pPr>
            <a:r>
              <a:rPr sz="1125" b="0">
                <a:solidFill>
                  <a:srgbClr val="122238"/>
                </a:solidFill>
                <a:latin typeface="Aptos"/>
                <a:ea typeface="Aptos"/>
                <a:cs typeface="Aptos"/>
              </a:rPr>
              <a:t>+0.26471</a:t>
            </a:r>
          </a:p>
        </p:txBody>
      </p:sp>
      <p:sp>
        <p:nvSpPr>
          <p:cNvPr id="59" name="">
            <a:extLst xmlns:a="http://schemas.openxmlformats.org/drawingml/2006/main">
              <a:ext uri="{FF2B5EF4-FFF2-40B4-BE49-F238E27FC236}">
                <a16:creationId xmlns:a16="http://schemas.microsoft.com/office/drawing/2014/main" id="{7B112343-BFC0-44B7-B25A-D08FCF4886F6}"/>
              </a:ext>
            </a:extLst>
          </p:cNvPr>
          <p:cNvSpPr>
            <a:spLocks xmlns:a="http://schemas.openxmlformats.org/drawingml/2006/main" noGrp="1"/>
          </p:cNvSpPr>
          <p:nvPr/>
        </p:nvSpPr>
        <p:spPr>
          <a:xfrm xmlns:a="http://schemas.openxmlformats.org/drawingml/2006/main">
            <a:off x="4724400" y="5229225"/>
            <a:ext cx="1428750" cy="409575"/>
          </a:xfrm>
          <a:prstGeom xmlns:a="http://schemas.openxmlformats.org/drawingml/2006/main" prst="rect">
            <a:avLst/>
          </a:prstGeom>
          <a:solidFill xmlns:a="http://schemas.openxmlformats.org/drawingml/2006/main">
            <a:srgbClr val="EEF1F2"/>
          </a:solidFill>
          <a:ln xmlns:a="http://schemas.openxmlformats.org/drawingml/2006/main" w="9525">
            <a:solidFill>
              <a:srgbClr val="D6DDE3"/>
            </a:solidFill>
            <a:prstDash val="solid"/>
          </a:ln>
        </p:spPr>
      </p:sp>
      <p:sp>
        <p:nvSpPr>
          <p:cNvPr id="60" name="">
            <a:extLst xmlns:a="http://schemas.openxmlformats.org/drawingml/2006/main">
              <a:ext uri="{FF2B5EF4-FFF2-40B4-BE49-F238E27FC236}">
                <a16:creationId xmlns:a16="http://schemas.microsoft.com/office/drawing/2014/main" id="{4AC8B9AF-2111-444A-B8D2-0FD54815C191}"/>
              </a:ext>
            </a:extLst>
          </p:cNvPr>
          <p:cNvSpPr>
            <a:spLocks xmlns:a="http://schemas.openxmlformats.org/drawingml/2006/main" noGrp="1"/>
          </p:cNvSpPr>
          <p:nvPr/>
        </p:nvSpPr>
        <p:spPr>
          <a:xfrm xmlns:a="http://schemas.openxmlformats.org/drawingml/2006/main">
            <a:off x="4819650" y="5248275"/>
            <a:ext cx="123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122238"/>
                </a:solidFill>
                <a:latin typeface="Aptos"/>
                <a:ea typeface="Aptos"/>
                <a:cs typeface="Aptos"/>
              </a:defRPr>
            </a:defPPr>
          </a:lstStyle>
          <a:p xmlns:a="http://schemas.openxmlformats.org/drawingml/2006/main">
            <a:pPr algn="ctr">
              <a:buNone/>
              <a:defRPr sz="1125" b="0">
                <a:solidFill>
                  <a:srgbClr val="122238"/>
                </a:solidFill>
                <a:latin typeface="Aptos"/>
                <a:ea typeface="Aptos"/>
                <a:cs typeface="Aptos"/>
              </a:defRPr>
            </a:pPr>
            <a:r>
              <a:rPr sz="1125" b="0">
                <a:solidFill>
                  <a:srgbClr val="122238"/>
                </a:solidFill>
                <a:latin typeface="Aptos"/>
                <a:ea typeface="Aptos"/>
                <a:cs typeface="Aptos"/>
              </a:rPr>
              <a:t>+0.40320</a:t>
            </a:r>
          </a:p>
        </p:txBody>
      </p:sp>
      <p:pic>
        <p:nvPicPr>
          <p:cNvPr id="61" name="">
            <a:extLst xmlns:a="http://schemas.openxmlformats.org/drawingml/2006/main">
              <a:ext uri="{FF2B5EF4-FFF2-40B4-BE49-F238E27FC236}">
                <a16:creationId xmlns:a16="http://schemas.microsoft.com/office/drawing/2014/main" id="{BE9EACAB-D2FA-4866-822D-E18731B3B427}"/>
              </a:ext>
            </a:extLst>
          </p:cNvPr>
          <p:cNvPicPr>
            <a:picLocks xmlns:a="http://schemas.openxmlformats.org/drawingml/2006/main" noChangeAspect="1"/>
          </p:cNvPicPr>
          <p:nvPr/>
        </p:nvPicPr>
        <p:blipFill>
          <a:blip xmlns:r="http://schemas.openxmlformats.org/officeDocument/2006/relationships" xmlns:a="http://schemas.openxmlformats.org/drawingml/2006/main" r:embed="Rf6c3f0fe78cc4db2"/>
          <a:stretch xmlns:a="http://schemas.openxmlformats.org/drawingml/2006/main"/>
        </p:blipFill>
        <p:spPr>
          <a:xfrm xmlns:a="http://schemas.openxmlformats.org/drawingml/2006/main">
            <a:off x="6210300" y="1485900"/>
            <a:ext cx="5410200" cy="2705100"/>
          </a:xfrm>
          <a:prstGeom xmlns:a="http://schemas.openxmlformats.org/drawingml/2006/main" prst="rect">
            <a:avLst/>
          </a:prstGeom>
        </p:spPr>
      </p:pic>
      <p:sp>
        <p:nvSpPr>
          <p:cNvPr id="62" name="">
            <a:extLst xmlns:a="http://schemas.openxmlformats.org/drawingml/2006/main">
              <a:ext uri="{FF2B5EF4-FFF2-40B4-BE49-F238E27FC236}">
                <a16:creationId xmlns:a16="http://schemas.microsoft.com/office/drawing/2014/main" id="{B5D4B9B6-6719-402E-A3FD-BD6B5B09F8D8}"/>
              </a:ext>
            </a:extLst>
          </p:cNvPr>
          <p:cNvSpPr>
            <a:spLocks xmlns:a="http://schemas.openxmlformats.org/drawingml/2006/main" noGrp="1"/>
          </p:cNvSpPr>
          <p:nvPr/>
        </p:nvSpPr>
        <p:spPr>
          <a:xfrm xmlns:a="http://schemas.openxmlformats.org/drawingml/2006/main">
            <a:off x="6334125" y="4429125"/>
            <a:ext cx="5162550" cy="1438275"/>
          </a:xfrm>
          <a:prstGeom xmlns:a="http://schemas.openxmlformats.org/drawingml/2006/main" prst="roundRect">
            <a:avLst>
              <a:gd name="adj" fmla="val 5298"/>
            </a:avLst>
          </a:prstGeom>
          <a:solidFill xmlns:a="http://schemas.openxmlformats.org/drawingml/2006/main">
            <a:srgbClr val="FFFFFF"/>
          </a:solidFill>
          <a:ln xmlns:a="http://schemas.openxmlformats.org/drawingml/2006/main" w="11430">
            <a:solidFill>
              <a:srgbClr val="D6DDE3"/>
            </a:solidFill>
            <a:prstDash val="solid"/>
          </a:ln>
        </p:spPr>
      </p:sp>
      <p:sp>
        <p:nvSpPr>
          <p:cNvPr id="63" name="">
            <a:extLst xmlns:a="http://schemas.openxmlformats.org/drawingml/2006/main">
              <a:ext uri="{FF2B5EF4-FFF2-40B4-BE49-F238E27FC236}">
                <a16:creationId xmlns:a16="http://schemas.microsoft.com/office/drawing/2014/main" id="{801DAE4D-B4C2-483E-874B-40B6E13CC123}"/>
              </a:ext>
            </a:extLst>
          </p:cNvPr>
          <p:cNvSpPr>
            <a:spLocks xmlns:a="http://schemas.openxmlformats.org/drawingml/2006/main" noGrp="1"/>
          </p:cNvSpPr>
          <p:nvPr/>
        </p:nvSpPr>
        <p:spPr>
          <a:xfrm xmlns:a="http://schemas.openxmlformats.org/drawingml/2006/main">
            <a:off x="6553200" y="46005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007F78"/>
                </a:solidFill>
                <a:latin typeface="Aptos"/>
                <a:ea typeface="Aptos"/>
                <a:cs typeface="Aptos"/>
              </a:defRPr>
            </a:defPPr>
          </a:lstStyle>
          <a:p xmlns:a="http://schemas.openxmlformats.org/drawingml/2006/main">
            <a:pPr algn="l">
              <a:buNone/>
              <a:defRPr sz="975" b="1">
                <a:solidFill>
                  <a:srgbClr val="007F78"/>
                </a:solidFill>
                <a:latin typeface="Aptos"/>
                <a:ea typeface="Aptos"/>
                <a:cs typeface="Aptos"/>
              </a:defRPr>
            </a:pPr>
            <a:r>
              <a:rPr sz="975" b="1">
                <a:solidFill>
                  <a:srgbClr val="007F78"/>
                </a:solidFill>
                <a:latin typeface="Aptos"/>
                <a:ea typeface="Aptos"/>
                <a:cs typeface="Aptos"/>
              </a:rPr>
              <a:t>OBSERVED EFFECT</a:t>
            </a:r>
          </a:p>
        </p:txBody>
      </p:sp>
      <p:sp>
        <p:nvSpPr>
          <p:cNvPr id="64" name="">
            <a:extLst xmlns:a="http://schemas.openxmlformats.org/drawingml/2006/main">
              <a:ext uri="{FF2B5EF4-FFF2-40B4-BE49-F238E27FC236}">
                <a16:creationId xmlns:a16="http://schemas.microsoft.com/office/drawing/2014/main" id="{459B477D-66CB-413E-8970-8F2CCC9A03A2}"/>
              </a:ext>
            </a:extLst>
          </p:cNvPr>
          <p:cNvSpPr>
            <a:spLocks xmlns:a="http://schemas.openxmlformats.org/drawingml/2006/main" noGrp="1"/>
          </p:cNvSpPr>
          <p:nvPr/>
        </p:nvSpPr>
        <p:spPr>
          <a:xfrm xmlns:a="http://schemas.openxmlformats.org/drawingml/2006/main">
            <a:off x="6572250" y="4886325"/>
            <a:ext cx="4648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Cycles helped over P-WL on MUTAG and hurt on PTC-MR. Positive λ scaling stayed neutral. Binary fell 1.72 pp in MUTAG accuracy.</a:t>
            </a:r>
          </a:p>
        </p:txBody>
      </p:sp>
      <p:sp>
        <p:nvSpPr>
          <p:cNvPr id="65" name="">
            <a:extLst xmlns:a="http://schemas.openxmlformats.org/drawingml/2006/main">
              <a:ext uri="{FF2B5EF4-FFF2-40B4-BE49-F238E27FC236}">
                <a16:creationId xmlns:a16="http://schemas.microsoft.com/office/drawing/2014/main" id="{CC05EC0A-D233-4EB6-8BBA-55790D120842}"/>
              </a:ext>
            </a:extLst>
          </p:cNvPr>
          <p:cNvSpPr>
            <a:spLocks xmlns:a="http://schemas.openxmlformats.org/drawingml/2006/main" noGrp="1"/>
          </p:cNvSpPr>
          <p:nvPr/>
        </p:nvSpPr>
        <p:spPr>
          <a:xfrm xmlns:a="http://schemas.openxmlformats.org/drawingml/2006/main">
            <a:off x="714375" y="5886450"/>
            <a:ext cx="10620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607286"/>
                </a:solidFill>
                <a:latin typeface="Aptos"/>
                <a:ea typeface="Aptos"/>
                <a:cs typeface="Aptos"/>
              </a:defRPr>
            </a:defPPr>
          </a:lstStyle>
          <a:p xmlns:a="http://schemas.openxmlformats.org/drawingml/2006/main">
            <a:pPr algn="ctr">
              <a:buNone/>
              <a:defRPr sz="1050" b="0">
                <a:solidFill>
                  <a:srgbClr val="607286"/>
                </a:solidFill>
                <a:latin typeface="Aptos"/>
                <a:ea typeface="Aptos"/>
                <a:cs typeface="Aptos"/>
              </a:defRPr>
            </a:pPr>
            <a:r>
              <a:rPr sz="1050" b="0">
                <a:solidFill>
                  <a:srgbClr val="607286"/>
                </a:solidFill>
                <a:latin typeface="Aptos"/>
                <a:ea typeface="Aptos"/>
                <a:cs typeface="Aptos"/>
              </a:rPr>
              <a:t>Differences compare independently selected nested pipelines; they are descriptive, not significance tests.</a:t>
            </a:r>
          </a:p>
        </p:txBody>
      </p:sp>
    </p:spTree>
    <p:extLst>
      <p:ext uri="{BB962C8B-B14F-4D97-AF65-F5344CB8AC3E}">
        <p14:creationId xmlns:p14="http://schemas.microsoft.com/office/powerpoint/2010/main" val="698167115"/>
      </p:ext>
    </p:extLst>
  </p:cSld>
</p:sld>
</file>

<file path=ppt/slides/slide1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253CD00-7C42-463C-BD10-E6EFC6992CF5}"/>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Binary encoding changed predictions across many folds</a:t>
            </a:r>
          </a:p>
        </p:txBody>
      </p:sp>
      <p:sp>
        <p:nvSpPr>
          <p:cNvPr id="2" name="">
            <a:extLst xmlns:a="http://schemas.openxmlformats.org/drawingml/2006/main">
              <a:ext uri="{FF2B5EF4-FFF2-40B4-BE49-F238E27FC236}">
                <a16:creationId xmlns:a16="http://schemas.microsoft.com/office/drawing/2014/main" id="{964C8E41-BD70-4F42-8814-B8E5F01871F7}"/>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Most paired folds were mixed or tied; the average change was negative</a:t>
            </a:r>
          </a:p>
        </p:txBody>
      </p:sp>
      <p:sp>
        <p:nvSpPr>
          <p:cNvPr id="3" name="">
            <a:extLst xmlns:a="http://schemas.openxmlformats.org/drawingml/2006/main">
              <a:ext uri="{FF2B5EF4-FFF2-40B4-BE49-F238E27FC236}">
                <a16:creationId xmlns:a16="http://schemas.microsoft.com/office/drawing/2014/main" id="{EF472000-48F1-4FF8-A7BD-E9D5A1B614C1}"/>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9BBB8B0-88CB-4C1C-BE65-04E4DB69125C}"/>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INTERPRETATION</a:t>
            </a:r>
          </a:p>
        </p:txBody>
      </p:sp>
      <p:sp>
        <p:nvSpPr>
          <p:cNvPr id="5" name="">
            <a:extLst xmlns:a="http://schemas.openxmlformats.org/drawingml/2006/main">
              <a:ext uri="{FF2B5EF4-FFF2-40B4-BE49-F238E27FC236}">
                <a16:creationId xmlns:a16="http://schemas.microsoft.com/office/drawing/2014/main" id="{C440A501-F0C1-4308-93B1-019949FF457A}"/>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15</a:t>
            </a:r>
          </a:p>
        </p:txBody>
      </p:sp>
      <p:pic>
        <p:nvPicPr>
          <p:cNvPr id="6" name="">
            <a:extLst xmlns:a="http://schemas.openxmlformats.org/drawingml/2006/main">
              <a:ext uri="{FF2B5EF4-FFF2-40B4-BE49-F238E27FC236}">
                <a16:creationId xmlns:a16="http://schemas.microsoft.com/office/drawing/2014/main" id="{43AB5006-DBBB-4321-9170-E8121B306711}"/>
              </a:ext>
            </a:extLst>
          </p:cNvPr>
          <p:cNvPicPr>
            <a:picLocks xmlns:a="http://schemas.openxmlformats.org/drawingml/2006/main" noChangeAspect="1"/>
          </p:cNvPicPr>
          <p:nvPr/>
        </p:nvPicPr>
        <p:blipFill>
          <a:blip xmlns:r="http://schemas.openxmlformats.org/officeDocument/2006/relationships" xmlns:a="http://schemas.openxmlformats.org/drawingml/2006/main" r:embed="R39fa106cf8bf48e1"/>
          <a:stretch xmlns:a="http://schemas.openxmlformats.org/drawingml/2006/main"/>
        </p:blipFill>
        <p:spPr>
          <a:xfrm xmlns:a="http://schemas.openxmlformats.org/drawingml/2006/main">
            <a:off x="628650" y="1447800"/>
            <a:ext cx="6905625" cy="4143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2689A77-280A-42B7-92B9-B2A72E1218A4}"/>
              </a:ext>
            </a:extLst>
          </p:cNvPr>
          <p:cNvSpPr>
            <a:spLocks xmlns:a="http://schemas.openxmlformats.org/drawingml/2006/main" noGrp="1"/>
          </p:cNvSpPr>
          <p:nvPr/>
        </p:nvSpPr>
        <p:spPr>
          <a:xfrm xmlns:a="http://schemas.openxmlformats.org/drawingml/2006/main">
            <a:off x="7896225" y="1581150"/>
            <a:ext cx="3571875" cy="1866900"/>
          </a:xfrm>
          <a:prstGeom xmlns:a="http://schemas.openxmlformats.org/drawingml/2006/main" prst="roundRect">
            <a:avLst>
              <a:gd name="adj" fmla="val 4082"/>
            </a:avLst>
          </a:prstGeom>
          <a:solidFill xmlns:a="http://schemas.openxmlformats.org/drawingml/2006/main">
            <a:srgbClr val="1024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5F237C0-40BF-499F-B0B6-59C08E802BE3}"/>
              </a:ext>
            </a:extLst>
          </p:cNvPr>
          <p:cNvSpPr>
            <a:spLocks xmlns:a="http://schemas.openxmlformats.org/drawingml/2006/main" noGrp="1"/>
          </p:cNvSpPr>
          <p:nvPr/>
        </p:nvSpPr>
        <p:spPr>
          <a:xfrm xmlns:a="http://schemas.openxmlformats.org/drawingml/2006/main">
            <a:off x="8181975" y="177165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A8C6D8"/>
                </a:solidFill>
                <a:latin typeface="Aptos"/>
                <a:ea typeface="Aptos"/>
                <a:cs typeface="Aptos"/>
              </a:defRPr>
            </a:defPPr>
          </a:lstStyle>
          <a:p xmlns:a="http://schemas.openxmlformats.org/drawingml/2006/main">
            <a:pPr algn="ctr">
              <a:buNone/>
              <a:defRPr sz="1050" b="1">
                <a:solidFill>
                  <a:srgbClr val="A8C6D8"/>
                </a:solidFill>
                <a:latin typeface="Aptos"/>
                <a:ea typeface="Aptos"/>
                <a:cs typeface="Aptos"/>
              </a:defRPr>
            </a:pPr>
            <a:r>
              <a:rPr sz="1050" b="1">
                <a:solidFill>
                  <a:srgbClr val="A8C6D8"/>
                </a:solidFill>
                <a:latin typeface="Aptos"/>
                <a:ea typeface="Aptos"/>
                <a:cs typeface="Aptos"/>
              </a:rPr>
              <a:t>BINARY VS P-WL-C</a:t>
            </a:r>
          </a:p>
        </p:txBody>
      </p:sp>
      <p:sp>
        <p:nvSpPr>
          <p:cNvPr id="9" name="">
            <a:extLst xmlns:a="http://schemas.openxmlformats.org/drawingml/2006/main">
              <a:ext uri="{FF2B5EF4-FFF2-40B4-BE49-F238E27FC236}">
                <a16:creationId xmlns:a16="http://schemas.microsoft.com/office/drawing/2014/main" id="{30A9666C-53ED-454C-B8B4-55C661D67FD1}"/>
              </a:ext>
            </a:extLst>
          </p:cNvPr>
          <p:cNvSpPr>
            <a:spLocks xmlns:a="http://schemas.openxmlformats.org/drawingml/2006/main" noGrp="1"/>
          </p:cNvSpPr>
          <p:nvPr/>
        </p:nvSpPr>
        <p:spPr>
          <a:xfrm xmlns:a="http://schemas.openxmlformats.org/drawingml/2006/main">
            <a:off x="8172450" y="2124075"/>
            <a:ext cx="3028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925" b="1">
                <a:solidFill>
                  <a:srgbClr val="FFFFFF"/>
                </a:solidFill>
                <a:latin typeface="Aptos"/>
                <a:ea typeface="Aptos"/>
                <a:cs typeface="Aptos"/>
              </a:defRPr>
            </a:defPPr>
          </a:lstStyle>
          <a:p xmlns:a="http://schemas.openxmlformats.org/drawingml/2006/main">
            <a:pPr algn="ctr">
              <a:buNone/>
              <a:defRPr sz="2925" b="1">
                <a:solidFill>
                  <a:srgbClr val="FFFFFF"/>
                </a:solidFill>
                <a:latin typeface="Aptos"/>
                <a:ea typeface="Aptos"/>
                <a:cs typeface="Aptos"/>
              </a:defRPr>
            </a:pPr>
            <a:r>
              <a:rPr sz="2925" b="1">
                <a:solidFill>
                  <a:srgbClr val="FFFFFF"/>
                </a:solidFill>
                <a:latin typeface="Aptos"/>
                <a:ea typeface="Aptos"/>
                <a:cs typeface="Aptos"/>
              </a:rPr>
              <a:t>67 / 100</a:t>
            </a:r>
          </a:p>
        </p:txBody>
      </p:sp>
      <p:sp>
        <p:nvSpPr>
          <p:cNvPr id="10" name="">
            <a:extLst xmlns:a="http://schemas.openxmlformats.org/drawingml/2006/main">
              <a:ext uri="{FF2B5EF4-FFF2-40B4-BE49-F238E27FC236}">
                <a16:creationId xmlns:a16="http://schemas.microsoft.com/office/drawing/2014/main" id="{6A7635C7-3AEA-4287-B572-2B6969B53DC4}"/>
              </a:ext>
            </a:extLst>
          </p:cNvPr>
          <p:cNvSpPr>
            <a:spLocks xmlns:a="http://schemas.openxmlformats.org/drawingml/2006/main" noGrp="1"/>
          </p:cNvSpPr>
          <p:nvPr/>
        </p:nvSpPr>
        <p:spPr>
          <a:xfrm xmlns:a="http://schemas.openxmlformats.org/drawingml/2006/main">
            <a:off x="8143875" y="2676525"/>
            <a:ext cx="3067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FFFFFF"/>
                </a:solidFill>
                <a:latin typeface="Aptos"/>
                <a:ea typeface="Aptos"/>
                <a:cs typeface="Aptos"/>
              </a:defRPr>
            </a:defPPr>
          </a:lstStyle>
          <a:p xmlns:a="http://schemas.openxmlformats.org/drawingml/2006/main">
            <a:pPr algn="ctr">
              <a:buNone/>
              <a:defRPr sz="1350" b="0">
                <a:solidFill>
                  <a:srgbClr val="FFFFFF"/>
                </a:solidFill>
                <a:latin typeface="Aptos"/>
                <a:ea typeface="Aptos"/>
                <a:cs typeface="Aptos"/>
              </a:defRPr>
            </a:pPr>
            <a:r>
              <a:rPr sz="1350" b="0">
                <a:solidFill>
                  <a:srgbClr val="FFFFFF"/>
                </a:solidFill>
                <a:latin typeface="Aptos"/>
                <a:ea typeface="Aptos"/>
                <a:cs typeface="Aptos"/>
              </a:rPr>
              <a:t>folds with changed predictions</a:t>
            </a:r>
          </a:p>
        </p:txBody>
      </p:sp>
      <p:sp>
        <p:nvSpPr>
          <p:cNvPr id="11" name="">
            <a:extLst xmlns:a="http://schemas.openxmlformats.org/drawingml/2006/main">
              <a:ext uri="{FF2B5EF4-FFF2-40B4-BE49-F238E27FC236}">
                <a16:creationId xmlns:a16="http://schemas.microsoft.com/office/drawing/2014/main" id="{C848FB33-E158-44B0-B0CD-8CE70F591EB9}"/>
              </a:ext>
            </a:extLst>
          </p:cNvPr>
          <p:cNvSpPr>
            <a:spLocks xmlns:a="http://schemas.openxmlformats.org/drawingml/2006/main" noGrp="1"/>
          </p:cNvSpPr>
          <p:nvPr/>
        </p:nvSpPr>
        <p:spPr>
          <a:xfrm xmlns:a="http://schemas.openxmlformats.org/drawingml/2006/main">
            <a:off x="7896225" y="3676650"/>
            <a:ext cx="3571875"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11430">
            <a:solidFill>
              <a:srgbClr val="D6DDE3"/>
            </a:solidFill>
            <a:prstDash val="solid"/>
          </a:ln>
        </p:spPr>
      </p:sp>
      <p:sp>
        <p:nvSpPr>
          <p:cNvPr id="12" name="">
            <a:extLst xmlns:a="http://schemas.openxmlformats.org/drawingml/2006/main">
              <a:ext uri="{FF2B5EF4-FFF2-40B4-BE49-F238E27FC236}">
                <a16:creationId xmlns:a16="http://schemas.microsoft.com/office/drawing/2014/main" id="{4029C022-E1B8-44D8-9895-FF54A2FD378D}"/>
              </a:ext>
            </a:extLst>
          </p:cNvPr>
          <p:cNvSpPr>
            <a:spLocks xmlns:a="http://schemas.openxmlformats.org/drawingml/2006/main" noGrp="1"/>
          </p:cNvSpPr>
          <p:nvPr/>
        </p:nvSpPr>
        <p:spPr>
          <a:xfrm xmlns:a="http://schemas.openxmlformats.org/drawingml/2006/main">
            <a:off x="8134350" y="38576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2644A"/>
                </a:solidFill>
                <a:latin typeface="Aptos"/>
                <a:ea typeface="Aptos"/>
                <a:cs typeface="Aptos"/>
              </a:defRPr>
            </a:defPPr>
          </a:lstStyle>
          <a:p xmlns:a="http://schemas.openxmlformats.org/drawingml/2006/main">
            <a:pPr algn="l">
              <a:buNone/>
              <a:defRPr sz="975" b="1">
                <a:solidFill>
                  <a:srgbClr val="D2644A"/>
                </a:solidFill>
                <a:latin typeface="Aptos"/>
                <a:ea typeface="Aptos"/>
                <a:cs typeface="Aptos"/>
              </a:defRPr>
            </a:pPr>
            <a:r>
              <a:rPr sz="975" b="1">
                <a:solidFill>
                  <a:srgbClr val="D2644A"/>
                </a:solidFill>
                <a:latin typeface="Aptos"/>
                <a:ea typeface="Aptos"/>
                <a:cs typeface="Aptos"/>
              </a:rPr>
              <a:t>SELECTED SETTINGS CHANGED</a:t>
            </a:r>
          </a:p>
        </p:txBody>
      </p:sp>
      <p:sp>
        <p:nvSpPr>
          <p:cNvPr id="13" name="">
            <a:extLst xmlns:a="http://schemas.openxmlformats.org/drawingml/2006/main">
              <a:ext uri="{FF2B5EF4-FFF2-40B4-BE49-F238E27FC236}">
                <a16:creationId xmlns:a16="http://schemas.microsoft.com/office/drawing/2014/main" id="{01251F7D-D4E2-45B2-A515-B56302F73D34}"/>
              </a:ext>
            </a:extLst>
          </p:cNvPr>
          <p:cNvSpPr>
            <a:spLocks xmlns:a="http://schemas.openxmlformats.org/drawingml/2006/main" noGrp="1"/>
          </p:cNvSpPr>
          <p:nvPr/>
        </p:nvSpPr>
        <p:spPr>
          <a:xfrm xmlns:a="http://schemas.openxmlformats.org/drawingml/2006/main">
            <a:off x="8143875" y="419100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10243B"/>
                </a:solidFill>
                <a:latin typeface="Aptos"/>
                <a:ea typeface="Aptos"/>
                <a:cs typeface="Aptos"/>
              </a:defRPr>
            </a:defPPr>
          </a:lstStyle>
          <a:p xmlns:a="http://schemas.openxmlformats.org/drawingml/2006/main">
            <a:pPr algn="ctr">
              <a:buNone/>
              <a:defRPr sz="2100" b="1">
                <a:solidFill>
                  <a:srgbClr val="10243B"/>
                </a:solidFill>
                <a:latin typeface="Aptos"/>
                <a:ea typeface="Aptos"/>
                <a:cs typeface="Aptos"/>
              </a:defRPr>
            </a:pPr>
            <a:r>
              <a:rPr sz="2100" b="1">
                <a:solidFill>
                  <a:srgbClr val="10243B"/>
                </a:solidFill>
                <a:latin typeface="Aptos"/>
                <a:ea typeface="Aptos"/>
                <a:cs typeface="Aptos"/>
              </a:rPr>
              <a:t>96 / 100 folds</a:t>
            </a:r>
          </a:p>
        </p:txBody>
      </p:sp>
      <p:sp>
        <p:nvSpPr>
          <p:cNvPr id="14" name="">
            <a:extLst xmlns:a="http://schemas.openxmlformats.org/drawingml/2006/main">
              <a:ext uri="{FF2B5EF4-FFF2-40B4-BE49-F238E27FC236}">
                <a16:creationId xmlns:a16="http://schemas.microsoft.com/office/drawing/2014/main" id="{D176AC65-16DF-4FCB-A88C-ED7B2AF020A7}"/>
              </a:ext>
            </a:extLst>
          </p:cNvPr>
          <p:cNvSpPr>
            <a:spLocks xmlns:a="http://schemas.openxmlformats.org/drawingml/2006/main" noGrp="1"/>
          </p:cNvSpPr>
          <p:nvPr/>
        </p:nvSpPr>
        <p:spPr>
          <a:xfrm xmlns:a="http://schemas.openxmlformats.org/drawingml/2006/main">
            <a:off x="8134350" y="4724400"/>
            <a:ext cx="3095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22238"/>
                </a:solidFill>
                <a:latin typeface="Aptos"/>
                <a:ea typeface="Aptos"/>
                <a:cs typeface="Aptos"/>
              </a:defRPr>
            </a:defPPr>
          </a:lstStyle>
          <a:p xmlns:a="http://schemas.openxmlformats.org/drawingml/2006/main">
            <a:pPr algn="ctr">
              <a:buNone/>
              <a:defRPr sz="1350" b="1">
                <a:solidFill>
                  <a:srgbClr val="122238"/>
                </a:solidFill>
                <a:latin typeface="Aptos"/>
                <a:ea typeface="Aptos"/>
                <a:cs typeface="Aptos"/>
              </a:defRPr>
            </a:pPr>
            <a:r>
              <a:rPr sz="1350" b="1">
                <a:solidFill>
                  <a:srgbClr val="122238"/>
                </a:solidFill>
                <a:latin typeface="Aptos"/>
                <a:ea typeface="Aptos"/>
                <a:cs typeface="Aptos"/>
              </a:rPr>
              <a:t>h: 83  ·  p: 47  ·  trees: 67</a:t>
            </a:r>
          </a:p>
        </p:txBody>
      </p:sp>
      <p:sp>
        <p:nvSpPr>
          <p:cNvPr id="15" name="">
            <a:extLst xmlns:a="http://schemas.openxmlformats.org/drawingml/2006/main">
              <a:ext uri="{FF2B5EF4-FFF2-40B4-BE49-F238E27FC236}">
                <a16:creationId xmlns:a16="http://schemas.microsoft.com/office/drawing/2014/main" id="{E9FA8B3A-5257-4738-855D-F98A301CAFA1}"/>
              </a:ext>
            </a:extLst>
          </p:cNvPr>
          <p:cNvSpPr>
            <a:spLocks xmlns:a="http://schemas.openxmlformats.org/drawingml/2006/main" noGrp="1"/>
          </p:cNvSpPr>
          <p:nvPr/>
        </p:nvSpPr>
        <p:spPr>
          <a:xfrm xmlns:a="http://schemas.openxmlformats.org/drawingml/2006/main">
            <a:off x="962025" y="57435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607286"/>
                </a:solidFill>
                <a:latin typeface="Aptos"/>
                <a:ea typeface="Aptos"/>
                <a:cs typeface="Aptos"/>
              </a:defRPr>
            </a:defPPr>
          </a:lstStyle>
          <a:p xmlns:a="http://schemas.openxmlformats.org/drawingml/2006/main">
            <a:pPr algn="ctr">
              <a:buNone/>
              <a:defRPr sz="1200" b="0">
                <a:solidFill>
                  <a:srgbClr val="607286"/>
                </a:solidFill>
                <a:latin typeface="Aptos"/>
                <a:ea typeface="Aptos"/>
                <a:cs typeface="Aptos"/>
              </a:defRPr>
            </a:pPr>
            <a:r>
              <a:rPr sz="1200" b="0">
                <a:solidFill>
                  <a:srgbClr val="607286"/>
                </a:solidFill>
                <a:latin typeface="Aptos"/>
                <a:ea typeface="Aptos"/>
                <a:cs typeface="Aptos"/>
              </a:rPr>
              <a:t>114 of 1,880 graph-prediction opportunities changed; accuracy paired outcomes: 17 up, 41 down, 42 tied.</a:t>
            </a:r>
          </a:p>
        </p:txBody>
      </p:sp>
    </p:spTree>
    <p:extLst>
      <p:ext uri="{BB962C8B-B14F-4D97-AF65-F5344CB8AC3E}">
        <p14:creationId xmlns:p14="http://schemas.microsoft.com/office/powerpoint/2010/main" val="81358499"/>
      </p:ext>
    </p:extLst>
  </p:cSld>
</p:sld>
</file>

<file path=ppt/slides/slide16.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9CE606D-246B-4A97-905A-0BF4348C87D6}"/>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FFFFFF"/>
                </a:solidFill>
                <a:latin typeface="Aptos"/>
                <a:ea typeface="Aptos"/>
                <a:cs typeface="Aptos"/>
              </a:defRPr>
            </a:defPPr>
          </a:lstStyle>
          <a:p xmlns:a="http://schemas.openxmlformats.org/drawingml/2006/main">
            <a:pPr algn="l">
              <a:buNone/>
              <a:defRPr sz="2775" b="1">
                <a:solidFill>
                  <a:srgbClr val="FFFFFF"/>
                </a:solidFill>
                <a:latin typeface="Aptos"/>
                <a:ea typeface="Aptos"/>
                <a:cs typeface="Aptos"/>
              </a:defRPr>
            </a:pPr>
            <a:r>
              <a:rPr sz="2775" b="1">
                <a:solidFill>
                  <a:srgbClr val="FFFFFF"/>
                </a:solidFill>
                <a:latin typeface="Aptos"/>
                <a:ea typeface="Aptos"/>
                <a:cs typeface="Aptos"/>
              </a:rPr>
              <a:t>The study meets implement–modify–measure with a mixed result</a:t>
            </a:r>
          </a:p>
        </p:txBody>
      </p:sp>
      <p:sp>
        <p:nvSpPr>
          <p:cNvPr id="2" name="">
            <a:extLst xmlns:a="http://schemas.openxmlformats.org/drawingml/2006/main">
              <a:ext uri="{FF2B5EF4-FFF2-40B4-BE49-F238E27FC236}">
                <a16:creationId xmlns:a16="http://schemas.microsoft.com/office/drawing/2014/main" id="{B9CEC557-8974-46A7-AA49-A722FA6A4868}"/>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B7C6D4"/>
                </a:solidFill>
                <a:latin typeface="Aptos"/>
                <a:ea typeface="Aptos"/>
                <a:cs typeface="Aptos"/>
              </a:defRPr>
            </a:defPPr>
          </a:lstStyle>
          <a:p xmlns:a="http://schemas.openxmlformats.org/drawingml/2006/main">
            <a:pPr algn="l">
              <a:buNone/>
              <a:defRPr sz="1350" b="0">
                <a:solidFill>
                  <a:srgbClr val="B7C6D4"/>
                </a:solidFill>
                <a:latin typeface="Aptos"/>
                <a:ea typeface="Aptos"/>
                <a:cs typeface="Aptos"/>
              </a:defRPr>
            </a:pPr>
            <a:r>
              <a:rPr sz="1350" b="0">
                <a:solidFill>
                  <a:srgbClr val="B7C6D4"/>
                </a:solidFill>
                <a:latin typeface="Aptos"/>
                <a:ea typeface="Aptos"/>
                <a:cs typeface="Aptos"/>
              </a:rPr>
              <a:t>Negative results are valid research findings; binary encoding reduced accuracy</a:t>
            </a:r>
          </a:p>
        </p:txBody>
      </p:sp>
      <p:sp>
        <p:nvSpPr>
          <p:cNvPr id="3" name="">
            <a:extLst xmlns:a="http://schemas.openxmlformats.org/drawingml/2006/main">
              <a:ext uri="{FF2B5EF4-FFF2-40B4-BE49-F238E27FC236}">
                <a16:creationId xmlns:a16="http://schemas.microsoft.com/office/drawing/2014/main" id="{92790051-3D64-42D9-BC77-45D4D25C5196}"/>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29435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986BA9-7660-4FAC-AD7E-7053D40939C2}"/>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9DAFBF"/>
                </a:solidFill>
                <a:latin typeface="Aptos"/>
                <a:ea typeface="Aptos"/>
                <a:cs typeface="Aptos"/>
              </a:defRPr>
            </a:defPPr>
          </a:lstStyle>
          <a:p xmlns:a="http://schemas.openxmlformats.org/drawingml/2006/main">
            <a:pPr algn="l">
              <a:buNone/>
              <a:defRPr sz="900" b="1">
                <a:solidFill>
                  <a:srgbClr val="9DAFBF"/>
                </a:solidFill>
                <a:latin typeface="Aptos"/>
                <a:ea typeface="Aptos"/>
                <a:cs typeface="Aptos"/>
              </a:defRPr>
            </a:pPr>
            <a:r>
              <a:rPr sz="900" b="1">
                <a:solidFill>
                  <a:srgbClr val="9DAFBF"/>
                </a:solidFill>
                <a:latin typeface="Aptos"/>
                <a:ea typeface="Aptos"/>
                <a:cs typeface="Aptos"/>
              </a:rPr>
              <a:t>MLG CASE STUDY  /  CONCLUSION</a:t>
            </a:r>
          </a:p>
        </p:txBody>
      </p:sp>
      <p:sp>
        <p:nvSpPr>
          <p:cNvPr id="5" name="">
            <a:extLst xmlns:a="http://schemas.openxmlformats.org/drawingml/2006/main">
              <a:ext uri="{FF2B5EF4-FFF2-40B4-BE49-F238E27FC236}">
                <a16:creationId xmlns:a16="http://schemas.microsoft.com/office/drawing/2014/main" id="{5FA6AA67-0762-480D-BB1A-A0C7BA650195}"/>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9DAFBF"/>
                </a:solidFill>
                <a:latin typeface="Aptos"/>
                <a:ea typeface="Aptos"/>
                <a:cs typeface="Aptos"/>
              </a:defRPr>
            </a:defPPr>
          </a:lstStyle>
          <a:p xmlns:a="http://schemas.openxmlformats.org/drawingml/2006/main">
            <a:pPr algn="r">
              <a:buNone/>
              <a:defRPr sz="975" b="1">
                <a:solidFill>
                  <a:srgbClr val="9DAFBF"/>
                </a:solidFill>
                <a:latin typeface="Aptos"/>
                <a:ea typeface="Aptos"/>
                <a:cs typeface="Aptos"/>
              </a:defRPr>
            </a:pPr>
            <a:r>
              <a:rPr sz="975" b="1">
                <a:solidFill>
                  <a:srgbClr val="9DAFBF"/>
                </a:solidFill>
                <a:latin typeface="Aptos"/>
                <a:ea typeface="Aptos"/>
                <a:cs typeface="Aptos"/>
              </a:rPr>
              <a:t>16</a:t>
            </a:r>
          </a:p>
        </p:txBody>
      </p:sp>
      <p:sp>
        <p:nvSpPr>
          <p:cNvPr id="6" name="">
            <a:extLst xmlns:a="http://schemas.openxmlformats.org/drawingml/2006/main">
              <a:ext uri="{FF2B5EF4-FFF2-40B4-BE49-F238E27FC236}">
                <a16:creationId xmlns:a16="http://schemas.microsoft.com/office/drawing/2014/main" id="{4E307CA6-1CC3-42AE-894A-787806C6505C}"/>
              </a:ext>
            </a:extLst>
          </p:cNvPr>
          <p:cNvSpPr>
            <a:spLocks xmlns:a="http://schemas.openxmlformats.org/drawingml/2006/main" noGrp="1"/>
          </p:cNvSpPr>
          <p:nvPr/>
        </p:nvSpPr>
        <p:spPr>
          <a:xfrm xmlns:a="http://schemas.openxmlformats.org/drawingml/2006/main">
            <a:off x="647700" y="1771650"/>
            <a:ext cx="3352800" cy="47625"/>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EBEA120-4DC3-4AED-9497-3FBE9A0DB018}"/>
              </a:ext>
            </a:extLst>
          </p:cNvPr>
          <p:cNvSpPr>
            <a:spLocks xmlns:a="http://schemas.openxmlformats.org/drawingml/2006/main" noGrp="1"/>
          </p:cNvSpPr>
          <p:nvPr/>
        </p:nvSpPr>
        <p:spPr>
          <a:xfrm xmlns:a="http://schemas.openxmlformats.org/drawingml/2006/main">
            <a:off x="647700" y="19716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007F78"/>
                </a:solidFill>
                <a:latin typeface="Aptos"/>
                <a:ea typeface="Aptos"/>
                <a:cs typeface="Aptos"/>
              </a:defRPr>
            </a:defPPr>
          </a:lstStyle>
          <a:p xmlns:a="http://schemas.openxmlformats.org/drawingml/2006/main">
            <a:pPr algn="ctr">
              <a:buNone/>
              <a:defRPr sz="1500" b="1">
                <a:solidFill>
                  <a:srgbClr val="007F78"/>
                </a:solidFill>
                <a:latin typeface="Aptos"/>
                <a:ea typeface="Aptos"/>
                <a:cs typeface="Aptos"/>
              </a:defRPr>
            </a:pPr>
            <a:r>
              <a:rPr sz="1500" b="1">
                <a:solidFill>
                  <a:srgbClr val="007F78"/>
                </a:solidFill>
                <a:latin typeface="Aptos"/>
                <a:ea typeface="Aptos"/>
                <a:cs typeface="Aptos"/>
              </a:rPr>
              <a:t>Established methods</a:t>
            </a:r>
          </a:p>
        </p:txBody>
      </p:sp>
      <p:sp>
        <p:nvSpPr>
          <p:cNvPr id="8" name="">
            <a:extLst xmlns:a="http://schemas.openxmlformats.org/drawingml/2006/main">
              <a:ext uri="{FF2B5EF4-FFF2-40B4-BE49-F238E27FC236}">
                <a16:creationId xmlns:a16="http://schemas.microsoft.com/office/drawing/2014/main" id="{65F472AF-2F50-4625-8B1E-8DDE4688CC75}"/>
              </a:ext>
            </a:extLst>
          </p:cNvPr>
          <p:cNvSpPr>
            <a:spLocks xmlns:a="http://schemas.openxmlformats.org/drawingml/2006/main" noGrp="1"/>
          </p:cNvSpPr>
          <p:nvPr/>
        </p:nvSpPr>
        <p:spPr>
          <a:xfrm xmlns:a="http://schemas.openxmlformats.org/drawingml/2006/main">
            <a:off x="790575" y="2409825"/>
            <a:ext cx="3067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FFFFFF"/>
                </a:solidFill>
                <a:latin typeface="Aptos"/>
                <a:ea typeface="Aptos"/>
                <a:cs typeface="Aptos"/>
              </a:defRPr>
            </a:defPPr>
          </a:lstStyle>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WL, P-WL and P-WL-C implemented from their papers. Cycle features are a paper method.</a:t>
            </a:r>
          </a:p>
        </p:txBody>
      </p:sp>
      <p:sp>
        <p:nvSpPr>
          <p:cNvPr id="9" name="">
            <a:extLst xmlns:a="http://schemas.openxmlformats.org/drawingml/2006/main">
              <a:ext uri="{FF2B5EF4-FFF2-40B4-BE49-F238E27FC236}">
                <a16:creationId xmlns:a16="http://schemas.microsoft.com/office/drawing/2014/main" id="{CB066F68-D99F-4D74-A3BC-DBC11450869E}"/>
              </a:ext>
            </a:extLst>
          </p:cNvPr>
          <p:cNvSpPr>
            <a:spLocks xmlns:a="http://schemas.openxmlformats.org/drawingml/2006/main" noGrp="1"/>
          </p:cNvSpPr>
          <p:nvPr/>
        </p:nvSpPr>
        <p:spPr>
          <a:xfrm xmlns:a="http://schemas.openxmlformats.org/drawingml/2006/main">
            <a:off x="4419600" y="1771650"/>
            <a:ext cx="3352800" cy="47625"/>
          </a:xfrm>
          <a:prstGeom xmlns:a="http://schemas.openxmlformats.org/drawingml/2006/main" prst="rect">
            <a:avLst/>
          </a:prstGeom>
          <a:solidFill xmlns:a="http://schemas.openxmlformats.org/drawingml/2006/main">
            <a:srgbClr val="B7832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66E497-EBF8-4F6C-9BF5-47460A41446C}"/>
              </a:ext>
            </a:extLst>
          </p:cNvPr>
          <p:cNvSpPr>
            <a:spLocks xmlns:a="http://schemas.openxmlformats.org/drawingml/2006/main" noGrp="1"/>
          </p:cNvSpPr>
          <p:nvPr/>
        </p:nvSpPr>
        <p:spPr>
          <a:xfrm xmlns:a="http://schemas.openxmlformats.org/drawingml/2006/main">
            <a:off x="4419600" y="19716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B78324"/>
                </a:solidFill>
                <a:latin typeface="Aptos"/>
                <a:ea typeface="Aptos"/>
                <a:cs typeface="Aptos"/>
              </a:defRPr>
            </a:defPPr>
          </a:lstStyle>
          <a:p xmlns:a="http://schemas.openxmlformats.org/drawingml/2006/main">
            <a:pPr algn="ctr">
              <a:buNone/>
              <a:defRPr sz="1500" b="1">
                <a:solidFill>
                  <a:srgbClr val="B78324"/>
                </a:solidFill>
                <a:latin typeface="Aptos"/>
                <a:ea typeface="Aptos"/>
                <a:cs typeface="Aptos"/>
              </a:defRPr>
            </a:pPr>
            <a:r>
              <a:rPr sz="1500" b="1">
                <a:solidFill>
                  <a:srgbClr val="B78324"/>
                </a:solidFill>
                <a:latin typeface="Aptos"/>
                <a:ea typeface="Aptos"/>
                <a:cs typeface="Aptos"/>
              </a:rPr>
              <a:t>Tested adaptations</a:t>
            </a:r>
          </a:p>
        </p:txBody>
      </p:sp>
      <p:sp>
        <p:nvSpPr>
          <p:cNvPr id="11" name="">
            <a:extLst xmlns:a="http://schemas.openxmlformats.org/drawingml/2006/main">
              <a:ext uri="{FF2B5EF4-FFF2-40B4-BE49-F238E27FC236}">
                <a16:creationId xmlns:a16="http://schemas.microsoft.com/office/drawing/2014/main" id="{CC0C386E-017E-4BB1-8E2E-8EA790C20FEC}"/>
              </a:ext>
            </a:extLst>
          </p:cNvPr>
          <p:cNvSpPr>
            <a:spLocks xmlns:a="http://schemas.openxmlformats.org/drawingml/2006/main" noGrp="1"/>
          </p:cNvSpPr>
          <p:nvPr/>
        </p:nvSpPr>
        <p:spPr>
          <a:xfrm xmlns:a="http://schemas.openxmlformats.org/drawingml/2006/main">
            <a:off x="4562475" y="2409825"/>
            <a:ext cx="3067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FFFFFF"/>
                </a:solidFill>
                <a:latin typeface="Aptos"/>
                <a:ea typeface="Aptos"/>
                <a:cs typeface="Aptos"/>
              </a:defRPr>
            </a:defPPr>
          </a:lstStyle>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λ scaling had no effect at positive values. Binary encoding reduced MUTAG accuracy.</a:t>
            </a:r>
          </a:p>
        </p:txBody>
      </p:sp>
      <p:sp>
        <p:nvSpPr>
          <p:cNvPr id="12" name="">
            <a:extLst xmlns:a="http://schemas.openxmlformats.org/drawingml/2006/main">
              <a:ext uri="{FF2B5EF4-FFF2-40B4-BE49-F238E27FC236}">
                <a16:creationId xmlns:a16="http://schemas.microsoft.com/office/drawing/2014/main" id="{8354F1CF-E835-46C8-B824-FA4E485974C6}"/>
              </a:ext>
            </a:extLst>
          </p:cNvPr>
          <p:cNvSpPr>
            <a:spLocks xmlns:a="http://schemas.openxmlformats.org/drawingml/2006/main" noGrp="1"/>
          </p:cNvSpPr>
          <p:nvPr/>
        </p:nvSpPr>
        <p:spPr>
          <a:xfrm xmlns:a="http://schemas.openxmlformats.org/drawingml/2006/main">
            <a:off x="8191500" y="1771650"/>
            <a:ext cx="3352800" cy="47625"/>
          </a:xfrm>
          <a:prstGeom xmlns:a="http://schemas.openxmlformats.org/drawingml/2006/main" prst="rect">
            <a:avLst/>
          </a:prstGeom>
          <a:solidFill xmlns:a="http://schemas.openxmlformats.org/drawingml/2006/main">
            <a:srgbClr val="D264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259BDBE-70F2-47C5-8B80-62E0C6C4ABC1}"/>
              </a:ext>
            </a:extLst>
          </p:cNvPr>
          <p:cNvSpPr>
            <a:spLocks xmlns:a="http://schemas.openxmlformats.org/drawingml/2006/main" noGrp="1"/>
          </p:cNvSpPr>
          <p:nvPr/>
        </p:nvSpPr>
        <p:spPr>
          <a:xfrm xmlns:a="http://schemas.openxmlformats.org/drawingml/2006/main">
            <a:off x="8191500" y="197167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D2644A"/>
                </a:solidFill>
                <a:latin typeface="Aptos"/>
                <a:ea typeface="Aptos"/>
                <a:cs typeface="Aptos"/>
              </a:defRPr>
            </a:defPPr>
          </a:lstStyle>
          <a:p xmlns:a="http://schemas.openxmlformats.org/drawingml/2006/main">
            <a:pPr algn="ctr">
              <a:buNone/>
              <a:defRPr sz="1500" b="1">
                <a:solidFill>
                  <a:srgbClr val="D2644A"/>
                </a:solidFill>
                <a:latin typeface="Aptos"/>
                <a:ea typeface="Aptos"/>
                <a:cs typeface="Aptos"/>
              </a:defRPr>
            </a:pPr>
            <a:r>
              <a:rPr sz="1500" b="1">
                <a:solidFill>
                  <a:srgbClr val="D2644A"/>
                </a:solidFill>
                <a:latin typeface="Aptos"/>
                <a:ea typeface="Aptos"/>
                <a:cs typeface="Aptos"/>
              </a:rPr>
              <a:t>Measured evidence</a:t>
            </a:r>
          </a:p>
        </p:txBody>
      </p:sp>
      <p:sp>
        <p:nvSpPr>
          <p:cNvPr id="14" name="">
            <a:extLst xmlns:a="http://schemas.openxmlformats.org/drawingml/2006/main">
              <a:ext uri="{FF2B5EF4-FFF2-40B4-BE49-F238E27FC236}">
                <a16:creationId xmlns:a16="http://schemas.microsoft.com/office/drawing/2014/main" id="{A48F11C3-CA7A-4ACF-A1FC-D38023A35B95}"/>
              </a:ext>
            </a:extLst>
          </p:cNvPr>
          <p:cNvSpPr>
            <a:spLocks xmlns:a="http://schemas.openxmlformats.org/drawingml/2006/main" noGrp="1"/>
          </p:cNvSpPr>
          <p:nvPr/>
        </p:nvSpPr>
        <p:spPr>
          <a:xfrm xmlns:a="http://schemas.openxmlformats.org/drawingml/2006/main">
            <a:off x="8334375" y="2409825"/>
            <a:ext cx="3067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FFFFFF"/>
                </a:solidFill>
                <a:latin typeface="Aptos"/>
                <a:ea typeface="Aptos"/>
                <a:cs typeface="Aptos"/>
              </a:defRPr>
            </a:defPPr>
          </a:lstStyle>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Cycles helped over P-WL on MUTAG, hurt on PTC-MR, and stayed below WL on MUTAG.</a:t>
            </a:r>
          </a:p>
        </p:txBody>
      </p:sp>
      <p:sp>
        <p:nvSpPr>
          <p:cNvPr id="15" name="">
            <a:extLst xmlns:a="http://schemas.openxmlformats.org/drawingml/2006/main">
              <a:ext uri="{FF2B5EF4-FFF2-40B4-BE49-F238E27FC236}">
                <a16:creationId xmlns:a16="http://schemas.microsoft.com/office/drawing/2014/main" id="{A2164E90-9623-490E-A727-CA1E88295166}"/>
              </a:ext>
            </a:extLst>
          </p:cNvPr>
          <p:cNvSpPr>
            <a:spLocks xmlns:a="http://schemas.openxmlformats.org/drawingml/2006/main" noGrp="1"/>
          </p:cNvSpPr>
          <p:nvPr/>
        </p:nvSpPr>
        <p:spPr>
          <a:xfrm xmlns:a="http://schemas.openxmlformats.org/drawingml/2006/main">
            <a:off x="981075" y="3971925"/>
            <a:ext cx="10239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FFFFFF"/>
                </a:solidFill>
                <a:latin typeface="Aptos"/>
                <a:ea typeface="Aptos"/>
                <a:cs typeface="Aptos"/>
              </a:defRPr>
            </a:defPPr>
          </a:lstStyle>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P-WL-C-Binary: 86.06 ± 1.16% accuracy  ·  84.30 ± 1.60% Macro-F1</a:t>
            </a:r>
          </a:p>
        </p:txBody>
      </p:sp>
      <p:sp>
        <p:nvSpPr>
          <p:cNvPr id="16" name="">
            <a:extLst xmlns:a="http://schemas.openxmlformats.org/drawingml/2006/main">
              <a:ext uri="{FF2B5EF4-FFF2-40B4-BE49-F238E27FC236}">
                <a16:creationId xmlns:a16="http://schemas.microsoft.com/office/drawing/2014/main" id="{3A41653F-E891-4B74-A291-9F33B2A00960}"/>
              </a:ext>
            </a:extLst>
          </p:cNvPr>
          <p:cNvSpPr>
            <a:spLocks xmlns:a="http://schemas.openxmlformats.org/drawingml/2006/main" noGrp="1"/>
          </p:cNvSpPr>
          <p:nvPr/>
        </p:nvSpPr>
        <p:spPr>
          <a:xfrm xmlns:a="http://schemas.openxmlformats.org/drawingml/2006/main">
            <a:off x="1400175" y="4772025"/>
            <a:ext cx="9382125" cy="9525"/>
          </a:xfrm>
          <a:prstGeom xmlns:a="http://schemas.openxmlformats.org/drawingml/2006/main" prst="rect">
            <a:avLst/>
          </a:prstGeom>
          <a:solidFill xmlns:a="http://schemas.openxmlformats.org/drawingml/2006/main">
            <a:srgbClr val="36516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34FDB0D-74C3-4725-B4B0-9D2CAE4096A4}"/>
              </a:ext>
            </a:extLst>
          </p:cNvPr>
          <p:cNvSpPr>
            <a:spLocks xmlns:a="http://schemas.openxmlformats.org/drawingml/2006/main" noGrp="1"/>
          </p:cNvSpPr>
          <p:nvPr/>
        </p:nvSpPr>
        <p:spPr>
          <a:xfrm xmlns:a="http://schemas.openxmlformats.org/drawingml/2006/main">
            <a:off x="1362075" y="4972050"/>
            <a:ext cx="95250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CED9E2"/>
                </a:solidFill>
                <a:latin typeface="Aptos"/>
                <a:ea typeface="Aptos"/>
                <a:cs typeface="Aptos"/>
              </a:defRPr>
            </a:defPPr>
          </a:lstStyle>
          <a:p xmlns:a="http://schemas.openxmlformats.org/drawingml/2006/main">
            <a:pPr algn="ctr">
              <a:buNone/>
              <a:defRPr sz="1350" b="0">
                <a:solidFill>
                  <a:srgbClr val="CED9E2"/>
                </a:solidFill>
                <a:latin typeface="Aptos"/>
                <a:ea typeface="Aptos"/>
                <a:cs typeface="Aptos"/>
              </a:defRPr>
            </a:pPr>
            <a:r>
              <a:rPr sz="1350" b="0">
                <a:solidFill>
                  <a:srgbClr val="CED9E2"/>
                </a:solidFill>
                <a:latin typeface="Aptos"/>
                <a:ea typeface="Aptos"/>
                <a:cs typeface="Aptos"/>
              </a:rPr>
              <a:t>Limits: two small datasets, dependent repeated folds, descriptive SD, no significance test, and binary evaluated only on MUTAG.</a:t>
            </a:r>
          </a:p>
        </p:txBody>
      </p:sp>
      <p:sp>
        <p:nvSpPr>
          <p:cNvPr id="18" name="">
            <a:extLst xmlns:a="http://schemas.openxmlformats.org/drawingml/2006/main">
              <a:ext uri="{FF2B5EF4-FFF2-40B4-BE49-F238E27FC236}">
                <a16:creationId xmlns:a16="http://schemas.microsoft.com/office/drawing/2014/main" id="{9FD28E16-B708-459B-901A-F3269B5C25AA}"/>
              </a:ext>
            </a:extLst>
          </p:cNvPr>
          <p:cNvSpPr>
            <a:spLocks xmlns:a="http://schemas.openxmlformats.org/drawingml/2006/main" noGrp="1"/>
          </p:cNvSpPr>
          <p:nvPr/>
        </p:nvSpPr>
        <p:spPr>
          <a:xfrm xmlns:a="http://schemas.openxmlformats.org/drawingml/2006/main">
            <a:off x="1304925" y="5810250"/>
            <a:ext cx="958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8FCFC7"/>
                </a:solidFill>
                <a:latin typeface="Aptos"/>
                <a:ea typeface="Aptos"/>
                <a:cs typeface="Aptos"/>
              </a:defRPr>
            </a:defPPr>
          </a:lstStyle>
          <a:p xmlns:a="http://schemas.openxmlformats.org/drawingml/2006/main">
            <a:pPr algn="ctr">
              <a:buNone/>
              <a:defRPr sz="1200" b="1">
                <a:solidFill>
                  <a:srgbClr val="8FCFC7"/>
                </a:solidFill>
                <a:latin typeface="Aptos"/>
                <a:ea typeface="Aptos"/>
                <a:cs typeface="Aptos"/>
              </a:defRPr>
            </a:pPr>
            <a:r>
              <a:rPr sz="1200" b="1">
                <a:solidFill>
                  <a:srgbClr val="8FCFC7"/>
                </a:solidFill>
                <a:latin typeface="Aptos"/>
                <a:ea typeface="Aptos"/>
                <a:cs typeface="Aptos"/>
              </a:rPr>
              <a:t>Future work: independent benchmarks, edge-label-aware features, and other classifiers.</a:t>
            </a:r>
          </a:p>
        </p:txBody>
      </p:sp>
    </p:spTree>
    <p:extLst>
      <p:ext uri="{BB962C8B-B14F-4D97-AF65-F5344CB8AC3E}">
        <p14:creationId xmlns:p14="http://schemas.microsoft.com/office/powerpoint/2010/main" val="705868690"/>
      </p:ext>
    </p:extLst>
  </p:cSld>
</p:sld>
</file>

<file path=ppt/slides/slide1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69BB98F-07B4-4D30-BBC4-85D820B62FA3}"/>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22238"/>
                </a:solidFill>
                <a:latin typeface="Aptos"/>
                <a:ea typeface="Aptos"/>
                <a:cs typeface="Aptos"/>
              </a:defRPr>
            </a:defPPr>
          </a:lstStyle>
          <a:p xmlns:a="http://schemas.openxmlformats.org/drawingml/2006/main">
            <a:pPr algn="l">
              <a:buNone/>
              <a:defRPr sz="2775" b="1">
                <a:solidFill>
                  <a:srgbClr val="122238"/>
                </a:solidFill>
                <a:latin typeface="Aptos"/>
                <a:ea typeface="Aptos"/>
                <a:cs typeface="Aptos"/>
              </a:defRPr>
            </a:pPr>
            <a:r>
              <a:rPr sz="2775" b="1">
                <a:solidFill>
                  <a:srgbClr val="122238"/>
                </a:solidFill>
                <a:latin typeface="Aptos"/>
                <a:ea typeface="Aptos"/>
                <a:cs typeface="Aptos"/>
              </a:rPr>
              <a:t>References and local evidence</a:t>
            </a:r>
          </a:p>
        </p:txBody>
      </p:sp>
      <p:sp>
        <p:nvSpPr>
          <p:cNvPr id="2" name="">
            <a:extLst xmlns:a="http://schemas.openxmlformats.org/drawingml/2006/main">
              <a:ext uri="{FF2B5EF4-FFF2-40B4-BE49-F238E27FC236}">
                <a16:creationId xmlns:a16="http://schemas.microsoft.com/office/drawing/2014/main" id="{B3CCDA86-F1A5-422D-83B1-7933FA9A6A32}"/>
              </a:ext>
            </a:extLst>
          </p:cNvPr>
          <p:cNvSpPr>
            <a:spLocks xmlns:a="http://schemas.openxmlformats.org/drawingml/2006/main" noGrp="1"/>
          </p:cNvSpPr>
          <p:nvPr/>
        </p:nvSpPr>
        <p:spPr>
          <a:xfrm xmlns:a="http://schemas.openxmlformats.org/drawingml/2006/main">
            <a:off x="552450" y="9144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607286"/>
                </a:solidFill>
                <a:latin typeface="Aptos"/>
                <a:ea typeface="Aptos"/>
                <a:cs typeface="Aptos"/>
              </a:defRPr>
            </a:defPPr>
          </a:lstStyle>
          <a:p xmlns:a="http://schemas.openxmlformats.org/drawingml/2006/main">
            <a:pPr algn="l">
              <a:buNone/>
              <a:defRPr sz="1350" b="0">
                <a:solidFill>
                  <a:srgbClr val="607286"/>
                </a:solidFill>
                <a:latin typeface="Aptos"/>
                <a:ea typeface="Aptos"/>
                <a:cs typeface="Aptos"/>
              </a:defRPr>
            </a:pPr>
            <a:r>
              <a:rPr sz="1350" b="0">
                <a:solidFill>
                  <a:srgbClr val="607286"/>
                </a:solidFill>
                <a:latin typeface="Aptos"/>
                <a:ea typeface="Aptos"/>
                <a:cs typeface="Aptos"/>
              </a:rPr>
              <a:t>Method definitions, dataset origins and saved evidence</a:t>
            </a:r>
          </a:p>
        </p:txBody>
      </p:sp>
      <p:sp>
        <p:nvSpPr>
          <p:cNvPr id="3" name="">
            <a:extLst xmlns:a="http://schemas.openxmlformats.org/drawingml/2006/main">
              <a:ext uri="{FF2B5EF4-FFF2-40B4-BE49-F238E27FC236}">
                <a16:creationId xmlns:a16="http://schemas.microsoft.com/office/drawing/2014/main" id="{78A32D05-0D15-4276-A531-DEEB0760A7F5}"/>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9129C0-5F2F-47A9-B9BE-749508704E59}"/>
              </a:ext>
            </a:extLst>
          </p:cNvPr>
          <p:cNvSpPr>
            <a:spLocks xmlns:a="http://schemas.openxmlformats.org/drawingml/2006/main" noGrp="1"/>
          </p:cNvSpPr>
          <p:nvPr/>
        </p:nvSpPr>
        <p:spPr>
          <a:xfrm xmlns:a="http://schemas.openxmlformats.org/drawingml/2006/main">
            <a:off x="5334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607286"/>
                </a:solidFill>
                <a:latin typeface="Aptos"/>
                <a:ea typeface="Aptos"/>
                <a:cs typeface="Aptos"/>
              </a:defRPr>
            </a:defPPr>
          </a:lstStyle>
          <a:p xmlns:a="http://schemas.openxmlformats.org/drawingml/2006/main">
            <a:pPr algn="l">
              <a:buNone/>
              <a:defRPr sz="900" b="1">
                <a:solidFill>
                  <a:srgbClr val="607286"/>
                </a:solidFill>
                <a:latin typeface="Aptos"/>
                <a:ea typeface="Aptos"/>
                <a:cs typeface="Aptos"/>
              </a:defRPr>
            </a:pPr>
            <a:r>
              <a:rPr sz="900" b="1">
                <a:solidFill>
                  <a:srgbClr val="607286"/>
                </a:solidFill>
                <a:latin typeface="Aptos"/>
                <a:ea typeface="Aptos"/>
                <a:cs typeface="Aptos"/>
              </a:rPr>
              <a:t>MLG CASE STUDY  /  REFERENCES</a:t>
            </a:r>
          </a:p>
        </p:txBody>
      </p:sp>
      <p:sp>
        <p:nvSpPr>
          <p:cNvPr id="5" name="">
            <a:extLst xmlns:a="http://schemas.openxmlformats.org/drawingml/2006/main">
              <a:ext uri="{FF2B5EF4-FFF2-40B4-BE49-F238E27FC236}">
                <a16:creationId xmlns:a16="http://schemas.microsoft.com/office/drawing/2014/main" id="{A80FE73B-E380-450D-BF7B-392024C69E5F}"/>
              </a:ext>
            </a:extLst>
          </p:cNvPr>
          <p:cNvSpPr>
            <a:spLocks xmlns:a="http://schemas.openxmlformats.org/drawingml/2006/main" noGrp="1"/>
          </p:cNvSpPr>
          <p:nvPr/>
        </p:nvSpPr>
        <p:spPr>
          <a:xfrm xmlns:a="http://schemas.openxmlformats.org/drawingml/2006/main">
            <a:off x="1119187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607286"/>
                </a:solidFill>
                <a:latin typeface="Aptos"/>
                <a:ea typeface="Aptos"/>
                <a:cs typeface="Aptos"/>
              </a:defRPr>
            </a:defPPr>
          </a:lstStyle>
          <a:p xmlns:a="http://schemas.openxmlformats.org/drawingml/2006/main">
            <a:pPr algn="r">
              <a:buNone/>
              <a:defRPr sz="975" b="1">
                <a:solidFill>
                  <a:srgbClr val="607286"/>
                </a:solidFill>
                <a:latin typeface="Aptos"/>
                <a:ea typeface="Aptos"/>
                <a:cs typeface="Aptos"/>
              </a:defRPr>
            </a:pPr>
            <a:r>
              <a:rPr sz="975" b="1">
                <a:solidFill>
                  <a:srgbClr val="607286"/>
                </a:solidFill>
                <a:latin typeface="Aptos"/>
                <a:ea typeface="Aptos"/>
                <a:cs typeface="Aptos"/>
              </a:rPr>
              <a:t>17</a:t>
            </a:r>
          </a:p>
        </p:txBody>
      </p:sp>
      <p:sp>
        <p:nvSpPr>
          <p:cNvPr id="6" name="">
            <a:extLst xmlns:a="http://schemas.openxmlformats.org/drawingml/2006/main">
              <a:ext uri="{FF2B5EF4-FFF2-40B4-BE49-F238E27FC236}">
                <a16:creationId xmlns:a16="http://schemas.microsoft.com/office/drawing/2014/main" id="{D9AB0D50-E672-4BDB-8B6E-FBFB4D351AE5}"/>
              </a:ext>
            </a:extLst>
          </p:cNvPr>
          <p:cNvSpPr>
            <a:spLocks xmlns:a="http://schemas.openxmlformats.org/drawingml/2006/main" noGrp="1"/>
          </p:cNvSpPr>
          <p:nvPr/>
        </p:nvSpPr>
        <p:spPr>
          <a:xfrm xmlns:a="http://schemas.openxmlformats.org/drawingml/2006/main">
            <a:off x="676275" y="1609725"/>
            <a:ext cx="285750" cy="285750"/>
          </a:xfrm>
          <a:prstGeom xmlns:a="http://schemas.openxmlformats.org/drawingml/2006/main" prst="ellipse">
            <a:avLst/>
          </a:prstGeom>
          <a:solidFill xmlns:a="http://schemas.openxmlformats.org/drawingml/2006/main">
            <a:srgbClr val="007F7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B81244F-3EB4-4175-94D2-EC78092D8846}"/>
              </a:ext>
            </a:extLst>
          </p:cNvPr>
          <p:cNvSpPr>
            <a:spLocks xmlns:a="http://schemas.openxmlformats.org/drawingml/2006/main" noGrp="1"/>
          </p:cNvSpPr>
          <p:nvPr/>
        </p:nvSpPr>
        <p:spPr>
          <a:xfrm xmlns:a="http://schemas.openxmlformats.org/drawingml/2006/main">
            <a:off x="685800" y="1628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Aptos"/>
                <a:ea typeface="Aptos"/>
                <a:cs typeface="Aptos"/>
              </a:defRPr>
            </a:defPPr>
          </a:lstStyle>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F4F9EDF1-8FE8-449A-A6DB-ACBC0F38B5FF}"/>
              </a:ext>
            </a:extLst>
          </p:cNvPr>
          <p:cNvSpPr>
            <a:spLocks xmlns:a="http://schemas.openxmlformats.org/drawingml/2006/main" noGrp="1"/>
          </p:cNvSpPr>
          <p:nvPr/>
        </p:nvSpPr>
        <p:spPr>
          <a:xfrm xmlns:a="http://schemas.openxmlformats.org/drawingml/2006/main">
            <a:off x="1104900" y="1562100"/>
            <a:ext cx="4810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Shervashidze, N. et al. (2011). “Weisfeiler-Lehman Graph Kernels.” Journal of Machine Learning Research, 12(77), 2539–2561.</a:t>
            </a:r>
          </a:p>
        </p:txBody>
      </p:sp>
      <p:sp>
        <p:nvSpPr>
          <p:cNvPr id="9" name="">
            <a:extLst xmlns:a="http://schemas.openxmlformats.org/drawingml/2006/main">
              <a:ext uri="{FF2B5EF4-FFF2-40B4-BE49-F238E27FC236}">
                <a16:creationId xmlns:a16="http://schemas.microsoft.com/office/drawing/2014/main" id="{EDBE4C88-9A12-4BAD-BE52-7A28F5D928DE}"/>
              </a:ext>
            </a:extLst>
          </p:cNvPr>
          <p:cNvSpPr>
            <a:spLocks xmlns:a="http://schemas.openxmlformats.org/drawingml/2006/main" noGrp="1"/>
          </p:cNvSpPr>
          <p:nvPr/>
        </p:nvSpPr>
        <p:spPr>
          <a:xfrm xmlns:a="http://schemas.openxmlformats.org/drawingml/2006/main">
            <a:off x="1104900" y="2552700"/>
            <a:ext cx="4810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4478A5"/>
                </a:solidFill>
                <a:latin typeface="Aptos"/>
                <a:ea typeface="Aptos"/>
                <a:cs typeface="Aptos"/>
              </a:defRPr>
            </a:defPPr>
          </a:lstStyle>
          <a:p xmlns:a="http://schemas.openxmlformats.org/drawingml/2006/main">
            <a:pPr algn="l">
              <a:buNone/>
              <a:defRPr sz="1050" b="1">
                <a:solidFill>
                  <a:srgbClr val="4478A5"/>
                </a:solidFill>
                <a:latin typeface="Aptos"/>
                <a:ea typeface="Aptos"/>
                <a:cs typeface="Aptos"/>
              </a:defRPr>
            </a:pPr>
            <a:r>
              <a:rPr sz="1050" b="1">
                <a:solidFill>
                  <a:srgbClr val="4478A5"/>
                </a:solidFill>
                <a:latin typeface="Aptos"/>
                <a:ea typeface="Aptos"/>
                <a:cs typeface="Aptos"/>
              </a:rPr>
              <a:t>https://www.jmlr.org/papers/v12/shervashidze11a.html</a:t>
            </a:r>
          </a:p>
        </p:txBody>
      </p:sp>
      <p:sp>
        <p:nvSpPr>
          <p:cNvPr id="10" name="">
            <a:extLst xmlns:a="http://schemas.openxmlformats.org/drawingml/2006/main">
              <a:ext uri="{FF2B5EF4-FFF2-40B4-BE49-F238E27FC236}">
                <a16:creationId xmlns:a16="http://schemas.microsoft.com/office/drawing/2014/main" id="{C8FF2CF2-7AEC-4C6F-BDBA-3C6D753CAB08}"/>
              </a:ext>
            </a:extLst>
          </p:cNvPr>
          <p:cNvSpPr>
            <a:spLocks xmlns:a="http://schemas.openxmlformats.org/drawingml/2006/main" noGrp="1"/>
          </p:cNvSpPr>
          <p:nvPr/>
        </p:nvSpPr>
        <p:spPr>
          <a:xfrm xmlns:a="http://schemas.openxmlformats.org/drawingml/2006/main">
            <a:off x="1095375" y="3057525"/>
            <a:ext cx="47625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0385AD-03C3-47EC-9A01-726846442B26}"/>
              </a:ext>
            </a:extLst>
          </p:cNvPr>
          <p:cNvSpPr>
            <a:spLocks xmlns:a="http://schemas.openxmlformats.org/drawingml/2006/main" noGrp="1"/>
          </p:cNvSpPr>
          <p:nvPr/>
        </p:nvSpPr>
        <p:spPr>
          <a:xfrm xmlns:a="http://schemas.openxmlformats.org/drawingml/2006/main">
            <a:off x="676275" y="3371850"/>
            <a:ext cx="285750" cy="285750"/>
          </a:xfrm>
          <a:prstGeom xmlns:a="http://schemas.openxmlformats.org/drawingml/2006/main" prst="ellipse">
            <a:avLst/>
          </a:prstGeom>
          <a:solidFill xmlns:a="http://schemas.openxmlformats.org/drawingml/2006/main">
            <a:srgbClr val="D264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6C5044B-C7E7-4757-A2EA-B5F7886D7F57}"/>
              </a:ext>
            </a:extLst>
          </p:cNvPr>
          <p:cNvSpPr>
            <a:spLocks xmlns:a="http://schemas.openxmlformats.org/drawingml/2006/main" noGrp="1"/>
          </p:cNvSpPr>
          <p:nvPr/>
        </p:nvSpPr>
        <p:spPr>
          <a:xfrm xmlns:a="http://schemas.openxmlformats.org/drawingml/2006/main">
            <a:off x="685800" y="339090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Aptos"/>
                <a:ea typeface="Aptos"/>
                <a:cs typeface="Aptos"/>
              </a:defRPr>
            </a:defPPr>
          </a:lstStyle>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E2DC53DF-0D38-4053-88EE-79390DC33839}"/>
              </a:ext>
            </a:extLst>
          </p:cNvPr>
          <p:cNvSpPr>
            <a:spLocks xmlns:a="http://schemas.openxmlformats.org/drawingml/2006/main" noGrp="1"/>
          </p:cNvSpPr>
          <p:nvPr/>
        </p:nvSpPr>
        <p:spPr>
          <a:xfrm xmlns:a="http://schemas.openxmlformats.org/drawingml/2006/main">
            <a:off x="1104900" y="3324225"/>
            <a:ext cx="4810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Rieck, B., Bock, C. &amp; Borgwardt, K. (2019). “A Persistent Weisfeiler-Lehman Procedure for Graph Classification.” ICML, PMLR 97, 5448–5458.</a:t>
            </a:r>
          </a:p>
        </p:txBody>
      </p:sp>
      <p:sp>
        <p:nvSpPr>
          <p:cNvPr id="14" name="">
            <a:extLst xmlns:a="http://schemas.openxmlformats.org/drawingml/2006/main">
              <a:ext uri="{FF2B5EF4-FFF2-40B4-BE49-F238E27FC236}">
                <a16:creationId xmlns:a16="http://schemas.microsoft.com/office/drawing/2014/main" id="{7181B4A2-538A-42E5-B56F-3A2E4D3CB570}"/>
              </a:ext>
            </a:extLst>
          </p:cNvPr>
          <p:cNvSpPr>
            <a:spLocks xmlns:a="http://schemas.openxmlformats.org/drawingml/2006/main" noGrp="1"/>
          </p:cNvSpPr>
          <p:nvPr/>
        </p:nvSpPr>
        <p:spPr>
          <a:xfrm xmlns:a="http://schemas.openxmlformats.org/drawingml/2006/main">
            <a:off x="1104900" y="4314825"/>
            <a:ext cx="4810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4478A5"/>
                </a:solidFill>
                <a:latin typeface="Aptos"/>
                <a:ea typeface="Aptos"/>
                <a:cs typeface="Aptos"/>
              </a:defRPr>
            </a:defPPr>
          </a:lstStyle>
          <a:p xmlns:a="http://schemas.openxmlformats.org/drawingml/2006/main">
            <a:pPr algn="l">
              <a:buNone/>
              <a:defRPr sz="1050" b="1">
                <a:solidFill>
                  <a:srgbClr val="4478A5"/>
                </a:solidFill>
                <a:latin typeface="Aptos"/>
                <a:ea typeface="Aptos"/>
                <a:cs typeface="Aptos"/>
              </a:defRPr>
            </a:pPr>
            <a:r>
              <a:rPr sz="1050" b="1">
                <a:solidFill>
                  <a:srgbClr val="4478A5"/>
                </a:solidFill>
                <a:latin typeface="Aptos"/>
                <a:ea typeface="Aptos"/>
                <a:cs typeface="Aptos"/>
              </a:rPr>
              <a:t>https://proceedings.mlr.press/v97/rieck19a.html</a:t>
            </a:r>
          </a:p>
        </p:txBody>
      </p:sp>
      <p:sp>
        <p:nvSpPr>
          <p:cNvPr id="15" name="">
            <a:extLst xmlns:a="http://schemas.openxmlformats.org/drawingml/2006/main">
              <a:ext uri="{FF2B5EF4-FFF2-40B4-BE49-F238E27FC236}">
                <a16:creationId xmlns:a16="http://schemas.microsoft.com/office/drawing/2014/main" id="{FE210EDF-45A5-4A8F-87C0-5A46C5AE4414}"/>
              </a:ext>
            </a:extLst>
          </p:cNvPr>
          <p:cNvSpPr>
            <a:spLocks xmlns:a="http://schemas.openxmlformats.org/drawingml/2006/main" noGrp="1"/>
          </p:cNvSpPr>
          <p:nvPr/>
        </p:nvSpPr>
        <p:spPr>
          <a:xfrm xmlns:a="http://schemas.openxmlformats.org/drawingml/2006/main">
            <a:off x="1095375" y="4819650"/>
            <a:ext cx="47625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CFA5BCA-6807-4D51-BC87-8008D89E7C63}"/>
              </a:ext>
            </a:extLst>
          </p:cNvPr>
          <p:cNvSpPr>
            <a:spLocks xmlns:a="http://schemas.openxmlformats.org/drawingml/2006/main" noGrp="1"/>
          </p:cNvSpPr>
          <p:nvPr/>
        </p:nvSpPr>
        <p:spPr>
          <a:xfrm xmlns:a="http://schemas.openxmlformats.org/drawingml/2006/main">
            <a:off x="6305550" y="1609725"/>
            <a:ext cx="285750" cy="285750"/>
          </a:xfrm>
          <a:prstGeom xmlns:a="http://schemas.openxmlformats.org/drawingml/2006/main" prst="ellipse">
            <a:avLst/>
          </a:prstGeom>
          <a:solidFill xmlns:a="http://schemas.openxmlformats.org/drawingml/2006/main">
            <a:srgbClr val="007F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1DE4DF5-80E2-44E2-B2DF-4581129C2219}"/>
              </a:ext>
            </a:extLst>
          </p:cNvPr>
          <p:cNvSpPr>
            <a:spLocks xmlns:a="http://schemas.openxmlformats.org/drawingml/2006/main" noGrp="1"/>
          </p:cNvSpPr>
          <p:nvPr/>
        </p:nvSpPr>
        <p:spPr>
          <a:xfrm xmlns:a="http://schemas.openxmlformats.org/drawingml/2006/main">
            <a:off x="6315075" y="1628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Aptos"/>
                <a:ea typeface="Aptos"/>
                <a:cs typeface="Aptos"/>
              </a:defRPr>
            </a:defPPr>
          </a:lstStyle>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49A1D249-AC2A-4ABE-957A-76083C615DBE}"/>
              </a:ext>
            </a:extLst>
          </p:cNvPr>
          <p:cNvSpPr>
            <a:spLocks xmlns:a="http://schemas.openxmlformats.org/drawingml/2006/main" noGrp="1"/>
          </p:cNvSpPr>
          <p:nvPr/>
        </p:nvSpPr>
        <p:spPr>
          <a:xfrm xmlns:a="http://schemas.openxmlformats.org/drawingml/2006/main">
            <a:off x="6734175" y="1562100"/>
            <a:ext cx="4810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BorgwardtLab/P-WL. Authors’ implementation; snapshot and source hashes retained locally.</a:t>
            </a:r>
          </a:p>
        </p:txBody>
      </p:sp>
      <p:sp>
        <p:nvSpPr>
          <p:cNvPr id="19" name="">
            <a:extLst xmlns:a="http://schemas.openxmlformats.org/drawingml/2006/main">
              <a:ext uri="{FF2B5EF4-FFF2-40B4-BE49-F238E27FC236}">
                <a16:creationId xmlns:a16="http://schemas.microsoft.com/office/drawing/2014/main" id="{00A37BB4-87D3-41C9-82D4-0511BCE98152}"/>
              </a:ext>
            </a:extLst>
          </p:cNvPr>
          <p:cNvSpPr>
            <a:spLocks xmlns:a="http://schemas.openxmlformats.org/drawingml/2006/main" noGrp="1"/>
          </p:cNvSpPr>
          <p:nvPr/>
        </p:nvSpPr>
        <p:spPr>
          <a:xfrm xmlns:a="http://schemas.openxmlformats.org/drawingml/2006/main">
            <a:off x="6734175" y="2552700"/>
            <a:ext cx="4810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4478A5"/>
                </a:solidFill>
                <a:latin typeface="Aptos"/>
                <a:ea typeface="Aptos"/>
                <a:cs typeface="Aptos"/>
              </a:defRPr>
            </a:defPPr>
          </a:lstStyle>
          <a:p xmlns:a="http://schemas.openxmlformats.org/drawingml/2006/main">
            <a:pPr algn="l">
              <a:buNone/>
              <a:defRPr sz="1050" b="1">
                <a:solidFill>
                  <a:srgbClr val="4478A5"/>
                </a:solidFill>
                <a:latin typeface="Aptos"/>
                <a:ea typeface="Aptos"/>
                <a:cs typeface="Aptos"/>
              </a:defRPr>
            </a:pPr>
            <a:r>
              <a:rPr sz="1050" b="1">
                <a:solidFill>
                  <a:srgbClr val="4478A5"/>
                </a:solidFill>
                <a:latin typeface="Aptos"/>
                <a:ea typeface="Aptos"/>
                <a:cs typeface="Aptos"/>
              </a:rPr>
              <a:t>https://github.com/BorgwardtLab/P-WL</a:t>
            </a:r>
          </a:p>
        </p:txBody>
      </p:sp>
      <p:sp>
        <p:nvSpPr>
          <p:cNvPr id="20" name="">
            <a:extLst xmlns:a="http://schemas.openxmlformats.org/drawingml/2006/main">
              <a:ext uri="{FF2B5EF4-FFF2-40B4-BE49-F238E27FC236}">
                <a16:creationId xmlns:a16="http://schemas.microsoft.com/office/drawing/2014/main" id="{2C3C126F-C85E-4945-9FE0-4C89B686E018}"/>
              </a:ext>
            </a:extLst>
          </p:cNvPr>
          <p:cNvSpPr>
            <a:spLocks xmlns:a="http://schemas.openxmlformats.org/drawingml/2006/main" noGrp="1"/>
          </p:cNvSpPr>
          <p:nvPr/>
        </p:nvSpPr>
        <p:spPr>
          <a:xfrm xmlns:a="http://schemas.openxmlformats.org/drawingml/2006/main">
            <a:off x="6724650" y="3057525"/>
            <a:ext cx="47625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7D7E3A2-2B57-4DE4-BD46-6E8286D1C5BE}"/>
              </a:ext>
            </a:extLst>
          </p:cNvPr>
          <p:cNvSpPr>
            <a:spLocks xmlns:a="http://schemas.openxmlformats.org/drawingml/2006/main" noGrp="1"/>
          </p:cNvSpPr>
          <p:nvPr/>
        </p:nvSpPr>
        <p:spPr>
          <a:xfrm xmlns:a="http://schemas.openxmlformats.org/drawingml/2006/main">
            <a:off x="6305550" y="3371850"/>
            <a:ext cx="285750" cy="285750"/>
          </a:xfrm>
          <a:prstGeom xmlns:a="http://schemas.openxmlformats.org/drawingml/2006/main" prst="ellipse">
            <a:avLst/>
          </a:prstGeom>
          <a:solidFill xmlns:a="http://schemas.openxmlformats.org/drawingml/2006/main">
            <a:srgbClr val="D2644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2785D02-CFB7-4870-8D4D-612A440E5547}"/>
              </a:ext>
            </a:extLst>
          </p:cNvPr>
          <p:cNvSpPr>
            <a:spLocks xmlns:a="http://schemas.openxmlformats.org/drawingml/2006/main" noGrp="1"/>
          </p:cNvSpPr>
          <p:nvPr/>
        </p:nvSpPr>
        <p:spPr>
          <a:xfrm xmlns:a="http://schemas.openxmlformats.org/drawingml/2006/main">
            <a:off x="6315075" y="339090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Aptos"/>
                <a:ea typeface="Aptos"/>
                <a:cs typeface="Aptos"/>
              </a:defRPr>
            </a:defPPr>
          </a:lstStyle>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45AC424D-1FB1-4466-8FE4-EF1976B42DB1}"/>
              </a:ext>
            </a:extLst>
          </p:cNvPr>
          <p:cNvSpPr>
            <a:spLocks xmlns:a="http://schemas.openxmlformats.org/drawingml/2006/main" noGrp="1"/>
          </p:cNvSpPr>
          <p:nvPr/>
        </p:nvSpPr>
        <p:spPr>
          <a:xfrm xmlns:a="http://schemas.openxmlformats.org/drawingml/2006/main">
            <a:off x="6734175" y="3324225"/>
            <a:ext cx="4810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22238"/>
                </a:solidFill>
                <a:latin typeface="Aptos"/>
                <a:ea typeface="Aptos"/>
                <a:cs typeface="Aptos"/>
              </a:defRPr>
            </a:defPPr>
          </a:lstStyle>
          <a:p xmlns:a="http://schemas.openxmlformats.org/drawingml/2006/main">
            <a:pPr algn="l">
              <a:buNone/>
              <a:defRPr sz="1350" b="0">
                <a:solidFill>
                  <a:srgbClr val="122238"/>
                </a:solidFill>
                <a:latin typeface="Aptos"/>
                <a:ea typeface="Aptos"/>
                <a:cs typeface="Aptos"/>
              </a:defRPr>
            </a:pPr>
            <a:r>
              <a:rPr sz="1350" b="0">
                <a:solidFill>
                  <a:srgbClr val="122238"/>
                </a:solidFill>
                <a:latin typeface="Aptos"/>
                <a:ea typeface="Aptos"/>
                <a:cs typeface="Aptos"/>
              </a:rPr>
              <a:t>TUDataset catalogue and bibliography. Dataset origins: Debnath et al. (1991), J. Med. Chem. 34(2), 786–797; Helma et al. (2001), Bioinformatics 17, 107–108.</a:t>
            </a:r>
          </a:p>
        </p:txBody>
      </p:sp>
      <p:sp>
        <p:nvSpPr>
          <p:cNvPr id="24" name="">
            <a:extLst xmlns:a="http://schemas.openxmlformats.org/drawingml/2006/main">
              <a:ext uri="{FF2B5EF4-FFF2-40B4-BE49-F238E27FC236}">
                <a16:creationId xmlns:a16="http://schemas.microsoft.com/office/drawing/2014/main" id="{177C43FC-83CB-452B-A6C2-680C53FAC469}"/>
              </a:ext>
            </a:extLst>
          </p:cNvPr>
          <p:cNvSpPr>
            <a:spLocks xmlns:a="http://schemas.openxmlformats.org/drawingml/2006/main" noGrp="1"/>
          </p:cNvSpPr>
          <p:nvPr/>
        </p:nvSpPr>
        <p:spPr>
          <a:xfrm xmlns:a="http://schemas.openxmlformats.org/drawingml/2006/main">
            <a:off x="6734175" y="4314825"/>
            <a:ext cx="4810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4478A5"/>
                </a:solidFill>
                <a:latin typeface="Aptos"/>
                <a:ea typeface="Aptos"/>
                <a:cs typeface="Aptos"/>
              </a:defRPr>
            </a:defPPr>
          </a:lstStyle>
          <a:p xmlns:a="http://schemas.openxmlformats.org/drawingml/2006/main">
            <a:pPr algn="l">
              <a:buNone/>
              <a:defRPr sz="1050" b="1">
                <a:solidFill>
                  <a:srgbClr val="4478A5"/>
                </a:solidFill>
                <a:latin typeface="Aptos"/>
                <a:ea typeface="Aptos"/>
                <a:cs typeface="Aptos"/>
              </a:defRPr>
            </a:pPr>
            <a:r>
              <a:rPr sz="1050" b="1">
                <a:solidFill>
                  <a:srgbClr val="4478A5"/>
                </a:solidFill>
                <a:latin typeface="Aptos"/>
                <a:ea typeface="Aptos"/>
                <a:cs typeface="Aptos"/>
              </a:rPr>
              <a:t>https://chrsmrrs.github.io/datasets/docs/datasets/</a:t>
            </a:r>
          </a:p>
        </p:txBody>
      </p:sp>
      <p:sp>
        <p:nvSpPr>
          <p:cNvPr id="25" name="">
            <a:extLst xmlns:a="http://schemas.openxmlformats.org/drawingml/2006/main">
              <a:ext uri="{FF2B5EF4-FFF2-40B4-BE49-F238E27FC236}">
                <a16:creationId xmlns:a16="http://schemas.microsoft.com/office/drawing/2014/main" id="{2964CA13-33FC-408C-B4CD-AF55C3675E61}"/>
              </a:ext>
            </a:extLst>
          </p:cNvPr>
          <p:cNvSpPr>
            <a:spLocks xmlns:a="http://schemas.openxmlformats.org/drawingml/2006/main" noGrp="1"/>
          </p:cNvSpPr>
          <p:nvPr/>
        </p:nvSpPr>
        <p:spPr>
          <a:xfrm xmlns:a="http://schemas.openxmlformats.org/drawingml/2006/main">
            <a:off x="6724650" y="4819650"/>
            <a:ext cx="4762500" cy="9525"/>
          </a:xfrm>
          <a:prstGeom xmlns:a="http://schemas.openxmlformats.org/drawingml/2006/main" prst="rect">
            <a:avLst/>
          </a:prstGeom>
          <a:solidFill xmlns:a="http://schemas.openxmlformats.org/drawingml/2006/main">
            <a:srgbClr val="D6DDE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DED967C-1A71-4F06-9FEB-B256700BA4DB}"/>
              </a:ext>
            </a:extLst>
          </p:cNvPr>
          <p:cNvSpPr>
            <a:spLocks xmlns:a="http://schemas.openxmlformats.org/drawingml/2006/main" noGrp="1"/>
          </p:cNvSpPr>
          <p:nvPr/>
        </p:nvSpPr>
        <p:spPr>
          <a:xfrm xmlns:a="http://schemas.openxmlformats.org/drawingml/2006/main">
            <a:off x="923925" y="5267325"/>
            <a:ext cx="10334625" cy="685800"/>
          </a:xfrm>
          <a:prstGeom xmlns:a="http://schemas.openxmlformats.org/drawingml/2006/main" prst="roundRect">
            <a:avLst>
              <a:gd name="adj" fmla="val 11111"/>
            </a:avLst>
          </a:prstGeom>
          <a:solidFill xmlns:a="http://schemas.openxmlformats.org/drawingml/2006/main">
            <a:srgbClr val="1024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EBD4AE0-CA8C-442F-94FD-709F85F9CE7D}"/>
              </a:ext>
            </a:extLst>
          </p:cNvPr>
          <p:cNvSpPr>
            <a:spLocks xmlns:a="http://schemas.openxmlformats.org/drawingml/2006/main" noGrp="1"/>
          </p:cNvSpPr>
          <p:nvPr/>
        </p:nvSpPr>
        <p:spPr>
          <a:xfrm xmlns:a="http://schemas.openxmlformats.org/drawingml/2006/main">
            <a:off x="1133475" y="5372100"/>
            <a:ext cx="990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Aptos"/>
                <a:ea typeface="Aptos"/>
                <a:cs typeface="Aptos"/>
              </a:defRPr>
            </a:defPPr>
          </a:lstStyle>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Experiment claims trace to saved local folds and repeat means, not to published paper accuracies.</a:t>
            </a:r>
          </a:p>
        </p:txBody>
      </p:sp>
    </p:spTree>
    <p:extLst>
      <p:ext uri="{BB962C8B-B14F-4D97-AF65-F5344CB8AC3E}">
        <p14:creationId xmlns:p14="http://schemas.microsoft.com/office/powerpoint/2010/main" val="15298741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2026-10-14T15:44:03.2740000Z</dcterms:created>
  <dcterms:modified xsi:type="dcterms:W3CDTF">2026-10-14T15:44:03.2740000Z</dcterms:modified>
</coreProperties>
</file>